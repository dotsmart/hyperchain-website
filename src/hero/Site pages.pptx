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10236" r:id="rId3"/>
    <p:sldId id="10228" r:id="rId4"/>
    <p:sldId id="10233" r:id="rId5"/>
    <p:sldId id="10234" r:id="rId6"/>
    <p:sldId id="10235" r:id="rId7"/>
    <p:sldId id="10230" r:id="rId8"/>
    <p:sldId id="10229" r:id="rId9"/>
    <p:sldId id="10231" r:id="rId10"/>
    <p:sldId id="1023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5" d="100"/>
          <a:sy n="75" d="100"/>
        </p:scale>
        <p:origin x="173"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ee S" userId="491ed667a2aac2a0" providerId="LiveId" clId="{5BB21BC3-59EE-4921-AA13-2D3C03E9520E}"/>
    <pc:docChg chg="custSel addSld modSld sldOrd">
      <pc:chgData name="Sree S" userId="491ed667a2aac2a0" providerId="LiveId" clId="{5BB21BC3-59EE-4921-AA13-2D3C03E9520E}" dt="2026-03-02T04:33:17.767" v="4503" actId="3064"/>
      <pc:docMkLst>
        <pc:docMk/>
      </pc:docMkLst>
      <pc:sldChg chg="addSp delSp modSp mod ord">
        <pc:chgData name="Sree S" userId="491ed667a2aac2a0" providerId="LiveId" clId="{5BB21BC3-59EE-4921-AA13-2D3C03E9520E}" dt="2026-03-02T04:17:55.154" v="3852"/>
        <pc:sldMkLst>
          <pc:docMk/>
          <pc:sldMk cId="836967310" sldId="10228"/>
        </pc:sldMkLst>
        <pc:spChg chg="mod">
          <ac:chgData name="Sree S" userId="491ed667a2aac2a0" providerId="LiveId" clId="{5BB21BC3-59EE-4921-AA13-2D3C03E9520E}" dt="2026-03-02T04:17:55.154" v="3852"/>
          <ac:spMkLst>
            <pc:docMk/>
            <pc:sldMk cId="836967310" sldId="10228"/>
            <ac:spMk id="2" creationId="{6CA5B083-1D3A-D8BA-A28E-CD4D8E109534}"/>
          </ac:spMkLst>
        </pc:spChg>
        <pc:spChg chg="mod">
          <ac:chgData name="Sree S" userId="491ed667a2aac2a0" providerId="LiveId" clId="{5BB21BC3-59EE-4921-AA13-2D3C03E9520E}" dt="2026-02-09T04:02:28.265" v="603" actId="14100"/>
          <ac:spMkLst>
            <pc:docMk/>
            <pc:sldMk cId="836967310" sldId="10228"/>
            <ac:spMk id="3" creationId="{6053E904-65D4-E3E9-B3ED-678AA01C6D77}"/>
          </ac:spMkLst>
        </pc:spChg>
        <pc:spChg chg="add mod">
          <ac:chgData name="Sree S" userId="491ed667a2aac2a0" providerId="LiveId" clId="{5BB21BC3-59EE-4921-AA13-2D3C03E9520E}" dt="2026-02-09T04:40:26.023" v="1613" actId="20577"/>
          <ac:spMkLst>
            <pc:docMk/>
            <pc:sldMk cId="836967310" sldId="10228"/>
            <ac:spMk id="5" creationId="{F60D1840-121B-728F-AC0D-64882743D969}"/>
          </ac:spMkLst>
        </pc:spChg>
        <pc:spChg chg="mod">
          <ac:chgData name="Sree S" userId="491ed667a2aac2a0" providerId="LiveId" clId="{5BB21BC3-59EE-4921-AA13-2D3C03E9520E}" dt="2026-03-02T04:06:47.683" v="3514" actId="20577"/>
          <ac:spMkLst>
            <pc:docMk/>
            <pc:sldMk cId="836967310" sldId="10228"/>
            <ac:spMk id="6" creationId="{E5FD0A96-E1E8-79D1-B1BA-E72FEC8FA047}"/>
          </ac:spMkLst>
        </pc:spChg>
        <pc:spChg chg="mod">
          <ac:chgData name="Sree S" userId="491ed667a2aac2a0" providerId="LiveId" clId="{5BB21BC3-59EE-4921-AA13-2D3C03E9520E}" dt="2026-02-09T04:02:16.193" v="600" actId="3064"/>
          <ac:spMkLst>
            <pc:docMk/>
            <pc:sldMk cId="836967310" sldId="10228"/>
            <ac:spMk id="7" creationId="{E0357260-7EF3-23A0-5EAE-350BCFCD830C}"/>
          </ac:spMkLst>
        </pc:spChg>
        <pc:spChg chg="add mod">
          <ac:chgData name="Sree S" userId="491ed667a2aac2a0" providerId="LiveId" clId="{5BB21BC3-59EE-4921-AA13-2D3C03E9520E}" dt="2026-02-09T04:34:09.871" v="1491" actId="164"/>
          <ac:spMkLst>
            <pc:docMk/>
            <pc:sldMk cId="836967310" sldId="10228"/>
            <ac:spMk id="8" creationId="{310CD345-F867-3C0D-82DE-AE0C74E0D29B}"/>
          </ac:spMkLst>
        </pc:spChg>
        <pc:spChg chg="mod">
          <ac:chgData name="Sree S" userId="491ed667a2aac2a0" providerId="LiveId" clId="{5BB21BC3-59EE-4921-AA13-2D3C03E9520E}" dt="2026-03-02T04:17:13.120" v="3850" actId="20577"/>
          <ac:spMkLst>
            <pc:docMk/>
            <pc:sldMk cId="836967310" sldId="10228"/>
            <ac:spMk id="9" creationId="{8B059E76-B83D-91D2-42AE-D603A260A982}"/>
          </ac:spMkLst>
        </pc:spChg>
        <pc:spChg chg="add mod">
          <ac:chgData name="Sree S" userId="491ed667a2aac2a0" providerId="LiveId" clId="{5BB21BC3-59EE-4921-AA13-2D3C03E9520E}" dt="2026-02-09T04:34:17.148" v="1492" actId="164"/>
          <ac:spMkLst>
            <pc:docMk/>
            <pc:sldMk cId="836967310" sldId="10228"/>
            <ac:spMk id="11" creationId="{A20FB789-8284-0CA4-D0E6-970F2E27CB10}"/>
          </ac:spMkLst>
        </pc:spChg>
        <pc:spChg chg="mod">
          <ac:chgData name="Sree S" userId="491ed667a2aac2a0" providerId="LiveId" clId="{5BB21BC3-59EE-4921-AA13-2D3C03E9520E}" dt="2026-03-02T04:07:34.507" v="3567" actId="20577"/>
          <ac:spMkLst>
            <pc:docMk/>
            <pc:sldMk cId="836967310" sldId="10228"/>
            <ac:spMk id="15" creationId="{23C45938-76F4-E28F-8FCA-DEF9C38E1D43}"/>
          </ac:spMkLst>
        </pc:spChg>
        <pc:spChg chg="add mod">
          <ac:chgData name="Sree S" userId="491ed667a2aac2a0" providerId="LiveId" clId="{5BB21BC3-59EE-4921-AA13-2D3C03E9520E}" dt="2026-02-09T04:34:26.574" v="1493" actId="164"/>
          <ac:spMkLst>
            <pc:docMk/>
            <pc:sldMk cId="836967310" sldId="10228"/>
            <ac:spMk id="16" creationId="{3D93C863-611F-6003-4837-0BF998CC6276}"/>
          </ac:spMkLst>
        </pc:spChg>
        <pc:spChg chg="add mod">
          <ac:chgData name="Sree S" userId="491ed667a2aac2a0" providerId="LiveId" clId="{5BB21BC3-59EE-4921-AA13-2D3C03E9520E}" dt="2026-02-09T04:34:43.042" v="1494" actId="164"/>
          <ac:spMkLst>
            <pc:docMk/>
            <pc:sldMk cId="836967310" sldId="10228"/>
            <ac:spMk id="17" creationId="{76CBBB49-C936-14D3-5591-68DB2661F11C}"/>
          </ac:spMkLst>
        </pc:spChg>
        <pc:spChg chg="add mod">
          <ac:chgData name="Sree S" userId="491ed667a2aac2a0" providerId="LiveId" clId="{5BB21BC3-59EE-4921-AA13-2D3C03E9520E}" dt="2026-02-09T04:34:09.871" v="1491" actId="164"/>
          <ac:spMkLst>
            <pc:docMk/>
            <pc:sldMk cId="836967310" sldId="10228"/>
            <ac:spMk id="19" creationId="{8B9E2784-5501-9DCC-FA0A-F5FB661C32C3}"/>
          </ac:spMkLst>
        </pc:spChg>
        <pc:spChg chg="add mod">
          <ac:chgData name="Sree S" userId="491ed667a2aac2a0" providerId="LiveId" clId="{5BB21BC3-59EE-4921-AA13-2D3C03E9520E}" dt="2026-02-09T04:34:17.148" v="1492" actId="164"/>
          <ac:spMkLst>
            <pc:docMk/>
            <pc:sldMk cId="836967310" sldId="10228"/>
            <ac:spMk id="21" creationId="{70C9E518-9354-0A5A-1D0C-92E50AB87BAB}"/>
          </ac:spMkLst>
        </pc:spChg>
        <pc:spChg chg="add mod">
          <ac:chgData name="Sree S" userId="491ed667a2aac2a0" providerId="LiveId" clId="{5BB21BC3-59EE-4921-AA13-2D3C03E9520E}" dt="2026-02-09T04:34:26.574" v="1493" actId="164"/>
          <ac:spMkLst>
            <pc:docMk/>
            <pc:sldMk cId="836967310" sldId="10228"/>
            <ac:spMk id="23" creationId="{1FBB8759-EAFC-2C5B-198C-F9630D6A8A31}"/>
          </ac:spMkLst>
        </pc:spChg>
        <pc:spChg chg="add mod">
          <ac:chgData name="Sree S" userId="491ed667a2aac2a0" providerId="LiveId" clId="{5BB21BC3-59EE-4921-AA13-2D3C03E9520E}" dt="2026-02-09T04:34:43.042" v="1494" actId="164"/>
          <ac:spMkLst>
            <pc:docMk/>
            <pc:sldMk cId="836967310" sldId="10228"/>
            <ac:spMk id="25" creationId="{EB1F7B94-5AF0-6DE1-1768-3D10DC92581F}"/>
          </ac:spMkLst>
        </pc:spChg>
        <pc:spChg chg="add mod">
          <ac:chgData name="Sree S" userId="491ed667a2aac2a0" providerId="LiveId" clId="{5BB21BC3-59EE-4921-AA13-2D3C03E9520E}" dt="2026-02-09T04:30:56.982" v="1450" actId="255"/>
          <ac:spMkLst>
            <pc:docMk/>
            <pc:sldMk cId="836967310" sldId="10228"/>
            <ac:spMk id="27" creationId="{1011F14E-20B1-C56E-96CA-FCC55C00E895}"/>
          </ac:spMkLst>
        </pc:spChg>
        <pc:spChg chg="add mod">
          <ac:chgData name="Sree S" userId="491ed667a2aac2a0" providerId="LiveId" clId="{5BB21BC3-59EE-4921-AA13-2D3C03E9520E}" dt="2026-02-09T04:30:56.982" v="1450" actId="255"/>
          <ac:spMkLst>
            <pc:docMk/>
            <pc:sldMk cId="836967310" sldId="10228"/>
            <ac:spMk id="29" creationId="{E5FC65DE-005E-5280-8B2F-417AA53DCFBE}"/>
          </ac:spMkLst>
        </pc:spChg>
        <pc:spChg chg="add mod">
          <ac:chgData name="Sree S" userId="491ed667a2aac2a0" providerId="LiveId" clId="{5BB21BC3-59EE-4921-AA13-2D3C03E9520E}" dt="2026-02-09T04:30:56.982" v="1450" actId="255"/>
          <ac:spMkLst>
            <pc:docMk/>
            <pc:sldMk cId="836967310" sldId="10228"/>
            <ac:spMk id="31" creationId="{26F25FD4-6252-E2C7-6158-DB5290B9AEDF}"/>
          </ac:spMkLst>
        </pc:spChg>
        <pc:spChg chg="mod">
          <ac:chgData name="Sree S" userId="491ed667a2aac2a0" providerId="LiveId" clId="{5BB21BC3-59EE-4921-AA13-2D3C03E9520E}" dt="2026-02-09T04:32:10.491" v="1452" actId="20577"/>
          <ac:spMkLst>
            <pc:docMk/>
            <pc:sldMk cId="836967310" sldId="10228"/>
            <ac:spMk id="36" creationId="{0F9574EB-2A95-05D1-7945-1C9886E99F6C}"/>
          </ac:spMkLst>
        </pc:spChg>
        <pc:spChg chg="add mod">
          <ac:chgData name="Sree S" userId="491ed667a2aac2a0" providerId="LiveId" clId="{5BB21BC3-59EE-4921-AA13-2D3C03E9520E}" dt="2026-02-09T04:30:56.982" v="1450" actId="255"/>
          <ac:spMkLst>
            <pc:docMk/>
            <pc:sldMk cId="836967310" sldId="10228"/>
            <ac:spMk id="38" creationId="{CAB4EEEA-7A74-DC79-6731-5CDC538E5D69}"/>
          </ac:spMkLst>
        </pc:spChg>
        <pc:spChg chg="add mod">
          <ac:chgData name="Sree S" userId="491ed667a2aac2a0" providerId="LiveId" clId="{5BB21BC3-59EE-4921-AA13-2D3C03E9520E}" dt="2026-02-09T04:30:56.982" v="1450" actId="255"/>
          <ac:spMkLst>
            <pc:docMk/>
            <pc:sldMk cId="836967310" sldId="10228"/>
            <ac:spMk id="39" creationId="{A0A5358B-4299-EB22-C1AB-0D58565552EB}"/>
          </ac:spMkLst>
        </pc:spChg>
        <pc:spChg chg="add mod">
          <ac:chgData name="Sree S" userId="491ed667a2aac2a0" providerId="LiveId" clId="{5BB21BC3-59EE-4921-AA13-2D3C03E9520E}" dt="2026-02-09T04:30:56.982" v="1450" actId="255"/>
          <ac:spMkLst>
            <pc:docMk/>
            <pc:sldMk cId="836967310" sldId="10228"/>
            <ac:spMk id="40" creationId="{311433FD-8B92-492B-4581-2045AC814300}"/>
          </ac:spMkLst>
        </pc:spChg>
        <pc:spChg chg="add mod">
          <ac:chgData name="Sree S" userId="491ed667a2aac2a0" providerId="LiveId" clId="{5BB21BC3-59EE-4921-AA13-2D3C03E9520E}" dt="2026-02-09T04:30:56.982" v="1450" actId="255"/>
          <ac:spMkLst>
            <pc:docMk/>
            <pc:sldMk cId="836967310" sldId="10228"/>
            <ac:spMk id="45" creationId="{EE1BA774-5FF6-D40A-E82F-F2F5C39C1175}"/>
          </ac:spMkLst>
        </pc:spChg>
        <pc:spChg chg="add mod">
          <ac:chgData name="Sree S" userId="491ed667a2aac2a0" providerId="LiveId" clId="{5BB21BC3-59EE-4921-AA13-2D3C03E9520E}" dt="2026-02-09T04:30:56.982" v="1450" actId="255"/>
          <ac:spMkLst>
            <pc:docMk/>
            <pc:sldMk cId="836967310" sldId="10228"/>
            <ac:spMk id="46" creationId="{B0FB8E66-F1B4-AAA3-D8A5-E6980DED5560}"/>
          </ac:spMkLst>
        </pc:spChg>
        <pc:grpChg chg="add mod">
          <ac:chgData name="Sree S" userId="491ed667a2aac2a0" providerId="LiveId" clId="{5BB21BC3-59EE-4921-AA13-2D3C03E9520E}" dt="2026-02-09T04:35:11.874" v="1496" actId="164"/>
          <ac:grpSpMkLst>
            <pc:docMk/>
            <pc:sldMk cId="836967310" sldId="10228"/>
            <ac:grpSpMk id="41" creationId="{8B60957B-9E56-C45A-E296-34BFBB716CDD}"/>
          </ac:grpSpMkLst>
        </pc:grpChg>
        <pc:grpChg chg="add mod">
          <ac:chgData name="Sree S" userId="491ed667a2aac2a0" providerId="LiveId" clId="{5BB21BC3-59EE-4921-AA13-2D3C03E9520E}" dt="2026-02-09T04:35:11.874" v="1496" actId="164"/>
          <ac:grpSpMkLst>
            <pc:docMk/>
            <pc:sldMk cId="836967310" sldId="10228"/>
            <ac:grpSpMk id="43" creationId="{FC52D1B0-C00A-7579-CC9F-A1F1F58DBD37}"/>
          </ac:grpSpMkLst>
        </pc:grpChg>
        <pc:grpChg chg="add mod">
          <ac:chgData name="Sree S" userId="491ed667a2aac2a0" providerId="LiveId" clId="{5BB21BC3-59EE-4921-AA13-2D3C03E9520E}" dt="2026-02-09T04:35:11.874" v="1496" actId="164"/>
          <ac:grpSpMkLst>
            <pc:docMk/>
            <pc:sldMk cId="836967310" sldId="10228"/>
            <ac:grpSpMk id="47" creationId="{B8B5C107-7559-3EA6-2B58-33D33C05B788}"/>
          </ac:grpSpMkLst>
        </pc:grpChg>
        <pc:grpChg chg="add mod">
          <ac:chgData name="Sree S" userId="491ed667a2aac2a0" providerId="LiveId" clId="{5BB21BC3-59EE-4921-AA13-2D3C03E9520E}" dt="2026-02-09T04:35:11.874" v="1496" actId="164"/>
          <ac:grpSpMkLst>
            <pc:docMk/>
            <pc:sldMk cId="836967310" sldId="10228"/>
            <ac:grpSpMk id="48" creationId="{053E100D-0892-C242-8C8E-23BB02E79611}"/>
          </ac:grpSpMkLst>
        </pc:grpChg>
        <pc:grpChg chg="add mod">
          <ac:chgData name="Sree S" userId="491ed667a2aac2a0" providerId="LiveId" clId="{5BB21BC3-59EE-4921-AA13-2D3C03E9520E}" dt="2026-02-09T04:35:00.692" v="1495" actId="164"/>
          <ac:grpSpMkLst>
            <pc:docMk/>
            <pc:sldMk cId="836967310" sldId="10228"/>
            <ac:grpSpMk id="49" creationId="{A08956CD-C194-D14B-94D3-A8B35F775245}"/>
          </ac:grpSpMkLst>
        </pc:grpChg>
        <pc:grpChg chg="add mod">
          <ac:chgData name="Sree S" userId="491ed667a2aac2a0" providerId="LiveId" clId="{5BB21BC3-59EE-4921-AA13-2D3C03E9520E}" dt="2026-02-09T04:35:00.692" v="1495" actId="164"/>
          <ac:grpSpMkLst>
            <pc:docMk/>
            <pc:sldMk cId="836967310" sldId="10228"/>
            <ac:grpSpMk id="50" creationId="{148CAD68-2A12-34E0-DFE9-04BCBA3C9B88}"/>
          </ac:grpSpMkLst>
        </pc:grpChg>
        <pc:grpChg chg="add mod">
          <ac:chgData name="Sree S" userId="491ed667a2aac2a0" providerId="LiveId" clId="{5BB21BC3-59EE-4921-AA13-2D3C03E9520E}" dt="2026-02-09T04:35:00.692" v="1495" actId="164"/>
          <ac:grpSpMkLst>
            <pc:docMk/>
            <pc:sldMk cId="836967310" sldId="10228"/>
            <ac:grpSpMk id="51" creationId="{BF4E51A0-20D1-5A51-CA80-976A2B0E5107}"/>
          </ac:grpSpMkLst>
        </pc:grpChg>
        <pc:grpChg chg="add mod">
          <ac:chgData name="Sree S" userId="491ed667a2aac2a0" providerId="LiveId" clId="{5BB21BC3-59EE-4921-AA13-2D3C03E9520E}" dt="2026-02-09T04:35:00.692" v="1495" actId="164"/>
          <ac:grpSpMkLst>
            <pc:docMk/>
            <pc:sldMk cId="836967310" sldId="10228"/>
            <ac:grpSpMk id="52" creationId="{8619DCF2-82CB-F095-1323-DE7B5B57A8FB}"/>
          </ac:grpSpMkLst>
        </pc:grpChg>
        <pc:grpChg chg="add mod">
          <ac:chgData name="Sree S" userId="491ed667a2aac2a0" providerId="LiveId" clId="{5BB21BC3-59EE-4921-AA13-2D3C03E9520E}" dt="2026-02-09T04:35:11.874" v="1496" actId="164"/>
          <ac:grpSpMkLst>
            <pc:docMk/>
            <pc:sldMk cId="836967310" sldId="10228"/>
            <ac:grpSpMk id="53" creationId="{833FEF82-5840-7E60-C364-798CBC41AD42}"/>
          </ac:grpSpMkLst>
        </pc:grpChg>
        <pc:grpChg chg="add mod">
          <ac:chgData name="Sree S" userId="491ed667a2aac2a0" providerId="LiveId" clId="{5BB21BC3-59EE-4921-AA13-2D3C03E9520E}" dt="2026-02-09T04:36:00.485" v="1556" actId="1036"/>
          <ac:grpSpMkLst>
            <pc:docMk/>
            <pc:sldMk cId="836967310" sldId="10228"/>
            <ac:grpSpMk id="54" creationId="{322733DE-6370-3D9D-EEA9-90513D3CB49B}"/>
          </ac:grpSpMkLst>
        </pc:grpChg>
      </pc:sldChg>
      <pc:sldChg chg="addSp delSp modSp mod">
        <pc:chgData name="Sree S" userId="491ed667a2aac2a0" providerId="LiveId" clId="{5BB21BC3-59EE-4921-AA13-2D3C03E9520E}" dt="2026-02-09T03:39:50.321" v="349" actId="20577"/>
        <pc:sldMkLst>
          <pc:docMk/>
          <pc:sldMk cId="1870789807" sldId="10229"/>
        </pc:sldMkLst>
        <pc:spChg chg="mod">
          <ac:chgData name="Sree S" userId="491ed667a2aac2a0" providerId="LiveId" clId="{5BB21BC3-59EE-4921-AA13-2D3C03E9520E}" dt="2026-02-09T03:29:35.619" v="236" actId="1076"/>
          <ac:spMkLst>
            <pc:docMk/>
            <pc:sldMk cId="1870789807" sldId="10229"/>
            <ac:spMk id="2" creationId="{A1FD7E76-4FC9-949A-4BEB-F6F3DD48EE12}"/>
          </ac:spMkLst>
        </pc:spChg>
        <pc:spChg chg="mod">
          <ac:chgData name="Sree S" userId="491ed667a2aac2a0" providerId="LiveId" clId="{5BB21BC3-59EE-4921-AA13-2D3C03E9520E}" dt="2026-02-09T03:39:50.321" v="349" actId="20577"/>
          <ac:spMkLst>
            <pc:docMk/>
            <pc:sldMk cId="1870789807" sldId="10229"/>
            <ac:spMk id="18" creationId="{39AFB248-1E97-4E30-331E-017253AB9330}"/>
          </ac:spMkLst>
        </pc:spChg>
        <pc:spChg chg="mod">
          <ac:chgData name="Sree S" userId="491ed667a2aac2a0" providerId="LiveId" clId="{5BB21BC3-59EE-4921-AA13-2D3C03E9520E}" dt="2026-02-09T03:31:22.912" v="268" actId="207"/>
          <ac:spMkLst>
            <pc:docMk/>
            <pc:sldMk cId="1870789807" sldId="10229"/>
            <ac:spMk id="19" creationId="{220980C9-1387-9AFC-1A53-AD166CE59ED0}"/>
          </ac:spMkLst>
        </pc:spChg>
      </pc:sldChg>
      <pc:sldChg chg="addSp delSp modSp mod">
        <pc:chgData name="Sree S" userId="491ed667a2aac2a0" providerId="LiveId" clId="{5BB21BC3-59EE-4921-AA13-2D3C03E9520E}" dt="2026-03-02T04:33:17.767" v="4503" actId="3064"/>
        <pc:sldMkLst>
          <pc:docMk/>
          <pc:sldMk cId="526996989" sldId="10230"/>
        </pc:sldMkLst>
        <pc:spChg chg="add mod">
          <ac:chgData name="Sree S" userId="491ed667a2aac2a0" providerId="LiveId" clId="{5BB21BC3-59EE-4921-AA13-2D3C03E9520E}" dt="2026-02-09T04:42:58.273" v="1686" actId="20577"/>
          <ac:spMkLst>
            <pc:docMk/>
            <pc:sldMk cId="526996989" sldId="10230"/>
            <ac:spMk id="3" creationId="{56A0B813-B2BF-DDB9-2CAF-AB65D925AED3}"/>
          </ac:spMkLst>
        </pc:spChg>
        <pc:spChg chg="mod">
          <ac:chgData name="Sree S" userId="491ed667a2aac2a0" providerId="LiveId" clId="{5BB21BC3-59EE-4921-AA13-2D3C03E9520E}" dt="2026-03-02T04:32:57.629" v="4502" actId="14100"/>
          <ac:spMkLst>
            <pc:docMk/>
            <pc:sldMk cId="526996989" sldId="10230"/>
            <ac:spMk id="6" creationId="{572A7851-8D7A-3531-5A39-42CF954E75B5}"/>
          </ac:spMkLst>
        </pc:spChg>
        <pc:spChg chg="mod">
          <ac:chgData name="Sree S" userId="491ed667a2aac2a0" providerId="LiveId" clId="{5BB21BC3-59EE-4921-AA13-2D3C03E9520E}" dt="2026-03-02T04:33:17.767" v="4503" actId="3064"/>
          <ac:spMkLst>
            <pc:docMk/>
            <pc:sldMk cId="526996989" sldId="10230"/>
            <ac:spMk id="10" creationId="{E573450F-B6ED-F45D-010A-12B33D68E23D}"/>
          </ac:spMkLst>
        </pc:spChg>
        <pc:spChg chg="mod">
          <ac:chgData name="Sree S" userId="491ed667a2aac2a0" providerId="LiveId" clId="{5BB21BC3-59EE-4921-AA13-2D3C03E9520E}" dt="2026-02-09T03:28:47.262" v="226" actId="21"/>
          <ac:spMkLst>
            <pc:docMk/>
            <pc:sldMk cId="526996989" sldId="10230"/>
            <ac:spMk id="14" creationId="{E63BAB9B-50BC-BFCD-0FDA-452FD89DD9BD}"/>
          </ac:spMkLst>
        </pc:spChg>
        <pc:spChg chg="mod">
          <ac:chgData name="Sree S" userId="491ed667a2aac2a0" providerId="LiveId" clId="{5BB21BC3-59EE-4921-AA13-2D3C03E9520E}" dt="2026-02-09T03:26:05.247" v="105" actId="20577"/>
          <ac:spMkLst>
            <pc:docMk/>
            <pc:sldMk cId="526996989" sldId="10230"/>
            <ac:spMk id="22" creationId="{3FA607CD-E9F0-E1CC-9B3E-36B9EC4799EE}"/>
          </ac:spMkLst>
        </pc:spChg>
        <pc:spChg chg="mod">
          <ac:chgData name="Sree S" userId="491ed667a2aac2a0" providerId="LiveId" clId="{5BB21BC3-59EE-4921-AA13-2D3C03E9520E}" dt="2026-02-09T03:31:54.321" v="274" actId="20577"/>
          <ac:spMkLst>
            <pc:docMk/>
            <pc:sldMk cId="526996989" sldId="10230"/>
            <ac:spMk id="24" creationId="{4FCD7CB7-D32F-F944-ACBC-0AC53DF901C6}"/>
          </ac:spMkLst>
        </pc:spChg>
      </pc:sldChg>
      <pc:sldChg chg="modSp mod">
        <pc:chgData name="Sree S" userId="491ed667a2aac2a0" providerId="LiveId" clId="{5BB21BC3-59EE-4921-AA13-2D3C03E9520E}" dt="2026-02-21T15:47:55.877" v="1694" actId="14100"/>
        <pc:sldMkLst>
          <pc:docMk/>
          <pc:sldMk cId="4271156725" sldId="10231"/>
        </pc:sldMkLst>
        <pc:spChg chg="mod">
          <ac:chgData name="Sree S" userId="491ed667a2aac2a0" providerId="LiveId" clId="{5BB21BC3-59EE-4921-AA13-2D3C03E9520E}" dt="2026-02-21T15:47:55.877" v="1694" actId="14100"/>
          <ac:spMkLst>
            <pc:docMk/>
            <pc:sldMk cId="4271156725" sldId="10231"/>
            <ac:spMk id="27" creationId="{6D9C53E5-3593-10C7-319D-DBCA00EC86A2}"/>
          </ac:spMkLst>
        </pc:spChg>
      </pc:sldChg>
      <pc:sldChg chg="modSp mod">
        <pc:chgData name="Sree S" userId="491ed667a2aac2a0" providerId="LiveId" clId="{5BB21BC3-59EE-4921-AA13-2D3C03E9520E}" dt="2026-02-09T04:39:19.806" v="1587" actId="20577"/>
        <pc:sldMkLst>
          <pc:docMk/>
          <pc:sldMk cId="1504235569" sldId="10232"/>
        </pc:sldMkLst>
        <pc:spChg chg="mod">
          <ac:chgData name="Sree S" userId="491ed667a2aac2a0" providerId="LiveId" clId="{5BB21BC3-59EE-4921-AA13-2D3C03E9520E}" dt="2026-02-09T04:39:19.806" v="1587" actId="20577"/>
          <ac:spMkLst>
            <pc:docMk/>
            <pc:sldMk cId="1504235569" sldId="10232"/>
            <ac:spMk id="11" creationId="{D135714D-F370-1421-497F-6A496DF2465A}"/>
          </ac:spMkLst>
        </pc:spChg>
      </pc:sldChg>
      <pc:sldChg chg="delSp modSp add mod">
        <pc:chgData name="Sree S" userId="491ed667a2aac2a0" providerId="LiveId" clId="{5BB21BC3-59EE-4921-AA13-2D3C03E9520E}" dt="2026-03-02T04:18:07.672" v="3853"/>
        <pc:sldMkLst>
          <pc:docMk/>
          <pc:sldMk cId="202995145" sldId="10233"/>
        </pc:sldMkLst>
        <pc:spChg chg="mod">
          <ac:chgData name="Sree S" userId="491ed667a2aac2a0" providerId="LiveId" clId="{5BB21BC3-59EE-4921-AA13-2D3C03E9520E}" dt="2026-03-02T04:18:07.672" v="3853"/>
          <ac:spMkLst>
            <pc:docMk/>
            <pc:sldMk cId="202995145" sldId="10233"/>
            <ac:spMk id="2" creationId="{3EFF2DB0-28BC-0BF5-013E-9BAACC31133A}"/>
          </ac:spMkLst>
        </pc:spChg>
        <pc:spChg chg="mod">
          <ac:chgData name="Sree S" userId="491ed667a2aac2a0" providerId="LiveId" clId="{5BB21BC3-59EE-4921-AA13-2D3C03E9520E}" dt="2026-02-09T04:41:11.801" v="1620" actId="1076"/>
          <ac:spMkLst>
            <pc:docMk/>
            <pc:sldMk cId="202995145" sldId="10233"/>
            <ac:spMk id="5" creationId="{0747EABD-EB1F-6A84-DC06-FD6C545F5641}"/>
          </ac:spMkLst>
        </pc:spChg>
        <pc:spChg chg="mod">
          <ac:chgData name="Sree S" userId="491ed667a2aac2a0" providerId="LiveId" clId="{5BB21BC3-59EE-4921-AA13-2D3C03E9520E}" dt="2026-03-02T04:06:01.017" v="3468"/>
          <ac:spMkLst>
            <pc:docMk/>
            <pc:sldMk cId="202995145" sldId="10233"/>
            <ac:spMk id="6" creationId="{49007F26-7477-2194-9243-92BB14913E15}"/>
          </ac:spMkLst>
        </pc:spChg>
        <pc:spChg chg="mod">
          <ac:chgData name="Sree S" userId="491ed667a2aac2a0" providerId="LiveId" clId="{5BB21BC3-59EE-4921-AA13-2D3C03E9520E}" dt="2026-03-02T04:05:48.732" v="3464" actId="20577"/>
          <ac:spMkLst>
            <pc:docMk/>
            <pc:sldMk cId="202995145" sldId="10233"/>
            <ac:spMk id="10" creationId="{5F8B8708-75B0-145D-7CFB-2F545BB1FB04}"/>
          </ac:spMkLst>
        </pc:spChg>
        <pc:spChg chg="mod">
          <ac:chgData name="Sree S" userId="491ed667a2aac2a0" providerId="LiveId" clId="{5BB21BC3-59EE-4921-AA13-2D3C03E9520E}" dt="2026-03-02T04:07:20.647" v="3542" actId="20577"/>
          <ac:spMkLst>
            <pc:docMk/>
            <pc:sldMk cId="202995145" sldId="10233"/>
            <ac:spMk id="15" creationId="{F1CFF3B3-9587-AEBE-5EC2-39E5797BBF66}"/>
          </ac:spMkLst>
        </pc:spChg>
        <pc:spChg chg="mod">
          <ac:chgData name="Sree S" userId="491ed667a2aac2a0" providerId="LiveId" clId="{5BB21BC3-59EE-4921-AA13-2D3C03E9520E}" dt="2026-03-02T04:17:29.970" v="3851" actId="20577"/>
          <ac:spMkLst>
            <pc:docMk/>
            <pc:sldMk cId="202995145" sldId="10233"/>
            <ac:spMk id="36" creationId="{8400DCC6-FE49-51CE-96CF-B49D66173449}"/>
          </ac:spMkLst>
        </pc:spChg>
      </pc:sldChg>
      <pc:sldChg chg="addSp modSp add mod">
        <pc:chgData name="Sree S" userId="491ed667a2aac2a0" providerId="LiveId" clId="{5BB21BC3-59EE-4921-AA13-2D3C03E9520E}" dt="2026-03-02T04:27:55.682" v="4183" actId="5793"/>
        <pc:sldMkLst>
          <pc:docMk/>
          <pc:sldMk cId="3204389314" sldId="10234"/>
        </pc:sldMkLst>
        <pc:spChg chg="mod">
          <ac:chgData name="Sree S" userId="491ed667a2aac2a0" providerId="LiveId" clId="{5BB21BC3-59EE-4921-AA13-2D3C03E9520E}" dt="2026-03-02T04:18:36.506" v="3872"/>
          <ac:spMkLst>
            <pc:docMk/>
            <pc:sldMk cId="3204389314" sldId="10234"/>
            <ac:spMk id="2" creationId="{A6F8E878-7EF6-A444-F391-10C557EDC6A0}"/>
          </ac:spMkLst>
        </pc:spChg>
        <pc:spChg chg="mod">
          <ac:chgData name="Sree S" userId="491ed667a2aac2a0" providerId="LiveId" clId="{5BB21BC3-59EE-4921-AA13-2D3C03E9520E}" dt="2026-03-02T04:24:02.770" v="4073" actId="14100"/>
          <ac:spMkLst>
            <pc:docMk/>
            <pc:sldMk cId="3204389314" sldId="10234"/>
            <ac:spMk id="3" creationId="{F10EBCD2-81D2-60FF-FB15-127A317AF475}"/>
          </ac:spMkLst>
        </pc:spChg>
        <pc:spChg chg="add mod">
          <ac:chgData name="Sree S" userId="491ed667a2aac2a0" providerId="LiveId" clId="{5BB21BC3-59EE-4921-AA13-2D3C03E9520E}" dt="2026-03-02T04:24:44.642" v="4107" actId="164"/>
          <ac:spMkLst>
            <pc:docMk/>
            <pc:sldMk cId="3204389314" sldId="10234"/>
            <ac:spMk id="4" creationId="{EAF39832-56DF-FDC7-60CE-9B78E2C7648A}"/>
          </ac:spMkLst>
        </pc:spChg>
        <pc:spChg chg="mod">
          <ac:chgData name="Sree S" userId="491ed667a2aac2a0" providerId="LiveId" clId="{5BB21BC3-59EE-4921-AA13-2D3C03E9520E}" dt="2026-03-02T04:24:18.011" v="4083" actId="1036"/>
          <ac:spMkLst>
            <pc:docMk/>
            <pc:sldMk cId="3204389314" sldId="10234"/>
            <ac:spMk id="5" creationId="{CBBFEE15-2728-6EDB-3E16-D1E9CC87C553}"/>
          </ac:spMkLst>
        </pc:spChg>
        <pc:spChg chg="mod">
          <ac:chgData name="Sree S" userId="491ed667a2aac2a0" providerId="LiveId" clId="{5BB21BC3-59EE-4921-AA13-2D3C03E9520E}" dt="2026-03-02T04:24:05.213" v="4074" actId="14100"/>
          <ac:spMkLst>
            <pc:docMk/>
            <pc:sldMk cId="3204389314" sldId="10234"/>
            <ac:spMk id="6" creationId="{5A38ECA1-0625-41C2-6732-F948A0D7C237}"/>
          </ac:spMkLst>
        </pc:spChg>
        <pc:spChg chg="add mod">
          <ac:chgData name="Sree S" userId="491ed667a2aac2a0" providerId="LiveId" clId="{5BB21BC3-59EE-4921-AA13-2D3C03E9520E}" dt="2026-03-02T04:24:44.642" v="4107" actId="164"/>
          <ac:spMkLst>
            <pc:docMk/>
            <pc:sldMk cId="3204389314" sldId="10234"/>
            <ac:spMk id="8" creationId="{72F3A0A8-67C4-164B-8E11-058F03EE81F7}"/>
          </ac:spMkLst>
        </pc:spChg>
        <pc:spChg chg="add mod">
          <ac:chgData name="Sree S" userId="491ed667a2aac2a0" providerId="LiveId" clId="{5BB21BC3-59EE-4921-AA13-2D3C03E9520E}" dt="2026-03-02T04:24:44.642" v="4107" actId="164"/>
          <ac:spMkLst>
            <pc:docMk/>
            <pc:sldMk cId="3204389314" sldId="10234"/>
            <ac:spMk id="9" creationId="{C8454F41-573F-148B-7FD3-574961C7570A}"/>
          </ac:spMkLst>
        </pc:spChg>
        <pc:spChg chg="mod">
          <ac:chgData name="Sree S" userId="491ed667a2aac2a0" providerId="LiveId" clId="{5BB21BC3-59EE-4921-AA13-2D3C03E9520E}" dt="2026-03-02T04:27:55.682" v="4183" actId="5793"/>
          <ac:spMkLst>
            <pc:docMk/>
            <pc:sldMk cId="3204389314" sldId="10234"/>
            <ac:spMk id="10" creationId="{00742556-D546-7C97-32FD-AC363663E58A}"/>
          </ac:spMkLst>
        </pc:spChg>
        <pc:spChg chg="add mod">
          <ac:chgData name="Sree S" userId="491ed667a2aac2a0" providerId="LiveId" clId="{5BB21BC3-59EE-4921-AA13-2D3C03E9520E}" dt="2026-03-02T04:24:44.642" v="4107" actId="164"/>
          <ac:spMkLst>
            <pc:docMk/>
            <pc:sldMk cId="3204389314" sldId="10234"/>
            <ac:spMk id="11" creationId="{981980DF-F316-62A6-0F98-A5F1816C9D8E}"/>
          </ac:spMkLst>
        </pc:spChg>
        <pc:spChg chg="mod">
          <ac:chgData name="Sree S" userId="491ed667a2aac2a0" providerId="LiveId" clId="{5BB21BC3-59EE-4921-AA13-2D3C03E9520E}" dt="2026-03-02T03:57:32.229" v="2987" actId="20577"/>
          <ac:spMkLst>
            <pc:docMk/>
            <pc:sldMk cId="3204389314" sldId="10234"/>
            <ac:spMk id="15" creationId="{23C20EF6-5225-B4DA-D822-8C14B9F72590}"/>
          </ac:spMkLst>
        </pc:spChg>
        <pc:spChg chg="add mod">
          <ac:chgData name="Sree S" userId="491ed667a2aac2a0" providerId="LiveId" clId="{5BB21BC3-59EE-4921-AA13-2D3C03E9520E}" dt="2026-03-02T04:24:44.642" v="4107" actId="164"/>
          <ac:spMkLst>
            <pc:docMk/>
            <pc:sldMk cId="3204389314" sldId="10234"/>
            <ac:spMk id="16" creationId="{AFB80727-31E6-5B3D-AECA-E8725851690D}"/>
          </ac:spMkLst>
        </pc:spChg>
        <pc:spChg chg="add mod">
          <ac:chgData name="Sree S" userId="491ed667a2aac2a0" providerId="LiveId" clId="{5BB21BC3-59EE-4921-AA13-2D3C03E9520E}" dt="2026-03-02T04:25:20.276" v="4114" actId="692"/>
          <ac:spMkLst>
            <pc:docMk/>
            <pc:sldMk cId="3204389314" sldId="10234"/>
            <ac:spMk id="19" creationId="{BBD451A0-1DB7-A888-D297-C54DA9AB50E0}"/>
          </ac:spMkLst>
        </pc:spChg>
        <pc:spChg chg="add mod">
          <ac:chgData name="Sree S" userId="491ed667a2aac2a0" providerId="LiveId" clId="{5BB21BC3-59EE-4921-AA13-2D3C03E9520E}" dt="2026-03-02T04:27:45.702" v="4178" actId="20577"/>
          <ac:spMkLst>
            <pc:docMk/>
            <pc:sldMk cId="3204389314" sldId="10234"/>
            <ac:spMk id="21" creationId="{E1E1FA05-D3CF-92B1-CA61-F2F62690588A}"/>
          </ac:spMkLst>
        </pc:spChg>
        <pc:spChg chg="mod">
          <ac:chgData name="Sree S" userId="491ed667a2aac2a0" providerId="LiveId" clId="{5BB21BC3-59EE-4921-AA13-2D3C03E9520E}" dt="2026-03-02T04:18:32.019" v="3871" actId="6549"/>
          <ac:spMkLst>
            <pc:docMk/>
            <pc:sldMk cId="3204389314" sldId="10234"/>
            <ac:spMk id="36" creationId="{1828E695-B906-B835-4507-A40979AE219D}"/>
          </ac:spMkLst>
        </pc:spChg>
        <pc:grpChg chg="add mod">
          <ac:chgData name="Sree S" userId="491ed667a2aac2a0" providerId="LiveId" clId="{5BB21BC3-59EE-4921-AA13-2D3C03E9520E}" dt="2026-03-02T04:24:44.642" v="4107" actId="164"/>
          <ac:grpSpMkLst>
            <pc:docMk/>
            <pc:sldMk cId="3204389314" sldId="10234"/>
            <ac:grpSpMk id="17" creationId="{8D494F2C-3E99-B43D-3F7D-7F477A02AD7F}"/>
          </ac:grpSpMkLst>
        </pc:grpChg>
      </pc:sldChg>
      <pc:sldChg chg="modSp add mod">
        <pc:chgData name="Sree S" userId="491ed667a2aac2a0" providerId="LiveId" clId="{5BB21BC3-59EE-4921-AA13-2D3C03E9520E}" dt="2026-03-02T04:20:45.083" v="3933" actId="20577"/>
        <pc:sldMkLst>
          <pc:docMk/>
          <pc:sldMk cId="1705614878" sldId="10235"/>
        </pc:sldMkLst>
        <pc:spChg chg="mod">
          <ac:chgData name="Sree S" userId="491ed667a2aac2a0" providerId="LiveId" clId="{5BB21BC3-59EE-4921-AA13-2D3C03E9520E}" dt="2026-03-02T04:18:44.687" v="3873"/>
          <ac:spMkLst>
            <pc:docMk/>
            <pc:sldMk cId="1705614878" sldId="10235"/>
            <ac:spMk id="2" creationId="{A46F682F-01C2-1105-C763-BE80DFD890C2}"/>
          </ac:spMkLst>
        </pc:spChg>
        <pc:spChg chg="mod">
          <ac:chgData name="Sree S" userId="491ed667a2aac2a0" providerId="LiveId" clId="{5BB21BC3-59EE-4921-AA13-2D3C03E9520E}" dt="2026-03-02T04:08:36.961" v="3600"/>
          <ac:spMkLst>
            <pc:docMk/>
            <pc:sldMk cId="1705614878" sldId="10235"/>
            <ac:spMk id="6" creationId="{D8123596-A07B-52AA-7E7F-FB2CC37FF874}"/>
          </ac:spMkLst>
        </pc:spChg>
        <pc:spChg chg="mod">
          <ac:chgData name="Sree S" userId="491ed667a2aac2a0" providerId="LiveId" clId="{5BB21BC3-59EE-4921-AA13-2D3C03E9520E}" dt="2026-03-02T04:20:16.751" v="3925" actId="14100"/>
          <ac:spMkLst>
            <pc:docMk/>
            <pc:sldMk cId="1705614878" sldId="10235"/>
            <ac:spMk id="7" creationId="{36052BBD-8F38-AAC9-F009-1A94E9BE05F3}"/>
          </ac:spMkLst>
        </pc:spChg>
        <pc:spChg chg="mod">
          <ac:chgData name="Sree S" userId="491ed667a2aac2a0" providerId="LiveId" clId="{5BB21BC3-59EE-4921-AA13-2D3C03E9520E}" dt="2026-03-02T04:20:45.083" v="3933" actId="20577"/>
          <ac:spMkLst>
            <pc:docMk/>
            <pc:sldMk cId="1705614878" sldId="10235"/>
            <ac:spMk id="10" creationId="{4DB1F959-407C-5F45-A6F6-498AFD763607}"/>
          </ac:spMkLst>
        </pc:spChg>
        <pc:spChg chg="mod">
          <ac:chgData name="Sree S" userId="491ed667a2aac2a0" providerId="LiveId" clId="{5BB21BC3-59EE-4921-AA13-2D3C03E9520E}" dt="2026-03-02T04:18:52.613" v="3875" actId="20577"/>
          <ac:spMkLst>
            <pc:docMk/>
            <pc:sldMk cId="1705614878" sldId="10235"/>
            <ac:spMk id="36" creationId="{D8CF37AC-5931-3FF7-AA21-C4F7804D4A38}"/>
          </ac:spMkLst>
        </pc:spChg>
      </pc:sldChg>
      <pc:sldChg chg="addSp delSp modSp add mod">
        <pc:chgData name="Sree S" userId="491ed667a2aac2a0" providerId="LiveId" clId="{5BB21BC3-59EE-4921-AA13-2D3C03E9520E}" dt="2026-03-02T04:16:37.544" v="3833" actId="1036"/>
        <pc:sldMkLst>
          <pc:docMk/>
          <pc:sldMk cId="2951997957" sldId="10236"/>
        </pc:sldMkLst>
        <pc:spChg chg="mod">
          <ac:chgData name="Sree S" userId="491ed667a2aac2a0" providerId="LiveId" clId="{5BB21BC3-59EE-4921-AA13-2D3C03E9520E}" dt="2026-03-02T04:15:49.804" v="3808" actId="20577"/>
          <ac:spMkLst>
            <pc:docMk/>
            <pc:sldMk cId="2951997957" sldId="10236"/>
            <ac:spMk id="2" creationId="{0AB7FD2B-BF44-E116-012C-4AA8BCDF6BC4}"/>
          </ac:spMkLst>
        </pc:spChg>
        <pc:spChg chg="add mod">
          <ac:chgData name="Sree S" userId="491ed667a2aac2a0" providerId="LiveId" clId="{5BB21BC3-59EE-4921-AA13-2D3C03E9520E}" dt="2026-03-02T04:13:19.845" v="3768" actId="3064"/>
          <ac:spMkLst>
            <pc:docMk/>
            <pc:sldMk cId="2951997957" sldId="10236"/>
            <ac:spMk id="3" creationId="{33A4DA05-F1CA-554B-4456-F49E5D6E79E6}"/>
          </ac:spMkLst>
        </pc:spChg>
        <pc:spChg chg="mod">
          <ac:chgData name="Sree S" userId="491ed667a2aac2a0" providerId="LiveId" clId="{5BB21BC3-59EE-4921-AA13-2D3C03E9520E}" dt="2026-03-02T04:13:19.845" v="3768" actId="3064"/>
          <ac:spMkLst>
            <pc:docMk/>
            <pc:sldMk cId="2951997957" sldId="10236"/>
            <ac:spMk id="4" creationId="{59DC2128-67E1-A810-455A-C7B1D454FED9}"/>
          </ac:spMkLst>
        </pc:spChg>
        <pc:spChg chg="del mod">
          <ac:chgData name="Sree S" userId="491ed667a2aac2a0" providerId="LiveId" clId="{5BB21BC3-59EE-4921-AA13-2D3C03E9520E}" dt="2026-03-02T04:10:12.325" v="3637" actId="478"/>
          <ac:spMkLst>
            <pc:docMk/>
            <pc:sldMk cId="2951997957" sldId="10236"/>
            <ac:spMk id="5" creationId="{BBF6C1BA-8AAA-6E0D-6A9E-8C99BC1392D8}"/>
          </ac:spMkLst>
        </pc:spChg>
        <pc:spChg chg="mod">
          <ac:chgData name="Sree S" userId="491ed667a2aac2a0" providerId="LiveId" clId="{5BB21BC3-59EE-4921-AA13-2D3C03E9520E}" dt="2026-03-02T04:13:19.845" v="3768" actId="3064"/>
          <ac:spMkLst>
            <pc:docMk/>
            <pc:sldMk cId="2951997957" sldId="10236"/>
            <ac:spMk id="6" creationId="{E7640CC3-E650-9131-3817-44F201FAC6A2}"/>
          </ac:spMkLst>
        </pc:spChg>
        <pc:spChg chg="del">
          <ac:chgData name="Sree S" userId="491ed667a2aac2a0" providerId="LiveId" clId="{5BB21BC3-59EE-4921-AA13-2D3C03E9520E}" dt="2026-03-02T04:16:23.933" v="3811" actId="478"/>
          <ac:spMkLst>
            <pc:docMk/>
            <pc:sldMk cId="2951997957" sldId="10236"/>
            <ac:spMk id="7" creationId="{6CF44B8E-7EAE-C7BE-5953-33347685F8A1}"/>
          </ac:spMkLst>
        </pc:spChg>
        <pc:spChg chg="mod">
          <ac:chgData name="Sree S" userId="491ed667a2aac2a0" providerId="LiveId" clId="{5BB21BC3-59EE-4921-AA13-2D3C03E9520E}" dt="2026-03-02T04:14:07.571" v="3773" actId="1035"/>
          <ac:spMkLst>
            <pc:docMk/>
            <pc:sldMk cId="2951997957" sldId="10236"/>
            <ac:spMk id="8" creationId="{6D7DC3E2-D163-7C6D-50AA-A6885E642A60}"/>
          </ac:spMkLst>
        </pc:spChg>
        <pc:spChg chg="mod">
          <ac:chgData name="Sree S" userId="491ed667a2aac2a0" providerId="LiveId" clId="{5BB21BC3-59EE-4921-AA13-2D3C03E9520E}" dt="2026-03-02T04:10:40.835" v="3641" actId="1076"/>
          <ac:spMkLst>
            <pc:docMk/>
            <pc:sldMk cId="2951997957" sldId="10236"/>
            <ac:spMk id="12" creationId="{0711A557-A77E-F85E-FEFC-D810F7EE57F4}"/>
          </ac:spMkLst>
        </pc:spChg>
        <pc:spChg chg="del">
          <ac:chgData name="Sree S" userId="491ed667a2aac2a0" providerId="LiveId" clId="{5BB21BC3-59EE-4921-AA13-2D3C03E9520E}" dt="2026-03-02T04:10:08.561" v="3635" actId="478"/>
          <ac:spMkLst>
            <pc:docMk/>
            <pc:sldMk cId="2951997957" sldId="10236"/>
            <ac:spMk id="16" creationId="{880B0218-820A-D587-9C86-84C8BEC188DD}"/>
          </ac:spMkLst>
        </pc:spChg>
        <pc:spChg chg="mod">
          <ac:chgData name="Sree S" userId="491ed667a2aac2a0" providerId="LiveId" clId="{5BB21BC3-59EE-4921-AA13-2D3C03E9520E}" dt="2026-03-02T04:14:07.571" v="3773" actId="1035"/>
          <ac:spMkLst>
            <pc:docMk/>
            <pc:sldMk cId="2951997957" sldId="10236"/>
            <ac:spMk id="17" creationId="{8B05FF4D-D4F3-4AD9-1122-0E68E8CA0D82}"/>
          </ac:spMkLst>
        </pc:spChg>
        <pc:spChg chg="mod">
          <ac:chgData name="Sree S" userId="491ed667a2aac2a0" providerId="LiveId" clId="{5BB21BC3-59EE-4921-AA13-2D3C03E9520E}" dt="2026-03-02T04:16:37.544" v="3833" actId="1036"/>
          <ac:spMkLst>
            <pc:docMk/>
            <pc:sldMk cId="2951997957" sldId="10236"/>
            <ac:spMk id="18" creationId="{96BD0EF9-3456-C238-6B31-00F69BE892B6}"/>
          </ac:spMkLst>
        </pc:spChg>
        <pc:spChg chg="mod">
          <ac:chgData name="Sree S" userId="491ed667a2aac2a0" providerId="LiveId" clId="{5BB21BC3-59EE-4921-AA13-2D3C03E9520E}" dt="2026-03-02T04:15:02.608" v="3782" actId="1035"/>
          <ac:spMkLst>
            <pc:docMk/>
            <pc:sldMk cId="2951997957" sldId="10236"/>
            <ac:spMk id="19" creationId="{6C8E1158-2350-A0AB-3158-11393AA9D4C3}"/>
          </ac:spMkLst>
        </pc:spChg>
        <pc:spChg chg="del mod">
          <ac:chgData name="Sree S" userId="491ed667a2aac2a0" providerId="LiveId" clId="{5BB21BC3-59EE-4921-AA13-2D3C03E9520E}" dt="2026-03-02T04:11:49.701" v="3710" actId="478"/>
          <ac:spMkLst>
            <pc:docMk/>
            <pc:sldMk cId="2951997957" sldId="10236"/>
            <ac:spMk id="20" creationId="{15C2A2A0-F9C1-BD45-1AF5-B32596B88D9E}"/>
          </ac:spMkLst>
        </pc:spChg>
        <pc:spChg chg="mod">
          <ac:chgData name="Sree S" userId="491ed667a2aac2a0" providerId="LiveId" clId="{5BB21BC3-59EE-4921-AA13-2D3C03E9520E}" dt="2026-03-02T04:15:56.918" v="3809" actId="20577"/>
          <ac:spMkLst>
            <pc:docMk/>
            <pc:sldMk cId="2951997957" sldId="10236"/>
            <ac:spMk id="22" creationId="{792B8E73-9AA4-6D5A-5D4F-7D810F609CA4}"/>
          </ac:spMkLst>
        </pc:spChg>
        <pc:cxnChg chg="add">
          <ac:chgData name="Sree S" userId="491ed667a2aac2a0" providerId="LiveId" clId="{5BB21BC3-59EE-4921-AA13-2D3C03E9520E}" dt="2026-03-02T04:13:43.512" v="3769" actId="11529"/>
          <ac:cxnSpMkLst>
            <pc:docMk/>
            <pc:sldMk cId="2951997957" sldId="10236"/>
            <ac:cxnSpMk id="10" creationId="{C9DE95D5-1D42-6EE8-0D02-1FD0F0B83876}"/>
          </ac:cxnSpMkLst>
        </pc:cxnChg>
        <pc:cxnChg chg="add">
          <ac:chgData name="Sree S" userId="491ed667a2aac2a0" providerId="LiveId" clId="{5BB21BC3-59EE-4921-AA13-2D3C03E9520E}" dt="2026-03-02T04:14:24.384" v="3774" actId="11529"/>
          <ac:cxnSpMkLst>
            <pc:docMk/>
            <pc:sldMk cId="2951997957" sldId="10236"/>
            <ac:cxnSpMk id="23" creationId="{EDAD6B6F-7A0D-B0C4-8E36-79FAE71F27AE}"/>
          </ac:cxnSpMkLst>
        </pc:cxnChg>
        <pc:cxnChg chg="add mod">
          <ac:chgData name="Sree S" userId="491ed667a2aac2a0" providerId="LiveId" clId="{5BB21BC3-59EE-4921-AA13-2D3C03E9520E}" dt="2026-03-02T04:15:21.650" v="3784" actId="14100"/>
          <ac:cxnSpMkLst>
            <pc:docMk/>
            <pc:sldMk cId="2951997957" sldId="10236"/>
            <ac:cxnSpMk id="25" creationId="{3031EBB2-2986-73B9-0474-4E025220AE0D}"/>
          </ac:cxnSpMkLst>
        </pc:cxnChg>
        <pc:cxnChg chg="add mod">
          <ac:chgData name="Sree S" userId="491ed667a2aac2a0" providerId="LiveId" clId="{5BB21BC3-59EE-4921-AA13-2D3C03E9520E}" dt="2026-03-02T04:15:32.150" v="3787" actId="1037"/>
          <ac:cxnSpMkLst>
            <pc:docMk/>
            <pc:sldMk cId="2951997957" sldId="10236"/>
            <ac:cxnSpMk id="29" creationId="{5EB75DF8-2974-C11E-FCD1-712E0765858E}"/>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7E5E92-8889-4777-BA51-55F7885A1BDA}" type="datetimeFigureOut">
              <a:rPr lang="en-US" smtClean="0"/>
              <a:t>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078AEA-A93F-4796-A616-B44891D36D20}" type="slidenum">
              <a:rPr lang="en-US" smtClean="0"/>
              <a:t>‹#›</a:t>
            </a:fld>
            <a:endParaRPr lang="en-US"/>
          </a:p>
        </p:txBody>
      </p:sp>
    </p:spTree>
    <p:extLst>
      <p:ext uri="{BB962C8B-B14F-4D97-AF65-F5344CB8AC3E}">
        <p14:creationId xmlns:p14="http://schemas.microsoft.com/office/powerpoint/2010/main" val="1459147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078AEA-A93F-4796-A616-B44891D36D20}" type="slidenum">
              <a:rPr lang="en-US" smtClean="0"/>
              <a:t>3</a:t>
            </a:fld>
            <a:endParaRPr lang="en-US"/>
          </a:p>
        </p:txBody>
      </p:sp>
    </p:spTree>
    <p:extLst>
      <p:ext uri="{BB962C8B-B14F-4D97-AF65-F5344CB8AC3E}">
        <p14:creationId xmlns:p14="http://schemas.microsoft.com/office/powerpoint/2010/main" val="35781078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078AEA-A93F-4796-A616-B44891D36D20}" type="slidenum">
              <a:rPr lang="en-US" smtClean="0"/>
              <a:t>6</a:t>
            </a:fld>
            <a:endParaRPr lang="en-US"/>
          </a:p>
        </p:txBody>
      </p:sp>
    </p:spTree>
    <p:extLst>
      <p:ext uri="{BB962C8B-B14F-4D97-AF65-F5344CB8AC3E}">
        <p14:creationId xmlns:p14="http://schemas.microsoft.com/office/powerpoint/2010/main" val="10155776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AB7B4-006A-8378-7C5E-3B527440B7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7D6C2A9-0007-3569-B397-6670F1A719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0E1E609-253F-09A8-91D9-920FE9CF1F2A}"/>
              </a:ext>
            </a:extLst>
          </p:cNvPr>
          <p:cNvSpPr>
            <a:spLocks noGrp="1"/>
          </p:cNvSpPr>
          <p:nvPr>
            <p:ph type="dt" sz="half" idx="10"/>
          </p:nvPr>
        </p:nvSpPr>
        <p:spPr/>
        <p:txBody>
          <a:bodyPr/>
          <a:lstStyle/>
          <a:p>
            <a:fld id="{E3CDCB11-E7D2-4964-BDEB-5372D9815F7D}" type="datetimeFigureOut">
              <a:rPr lang="en-US" smtClean="0"/>
              <a:t>3/1/2026</a:t>
            </a:fld>
            <a:endParaRPr lang="en-US"/>
          </a:p>
        </p:txBody>
      </p:sp>
      <p:sp>
        <p:nvSpPr>
          <p:cNvPr id="5" name="Footer Placeholder 4">
            <a:extLst>
              <a:ext uri="{FF2B5EF4-FFF2-40B4-BE49-F238E27FC236}">
                <a16:creationId xmlns:a16="http://schemas.microsoft.com/office/drawing/2014/main" id="{6E748C43-CBE9-16DD-2210-37D972E1AC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600F27-F28A-EC10-32F2-A335E20EEF86}"/>
              </a:ext>
            </a:extLst>
          </p:cNvPr>
          <p:cNvSpPr>
            <a:spLocks noGrp="1"/>
          </p:cNvSpPr>
          <p:nvPr>
            <p:ph type="sldNum" sz="quarter" idx="12"/>
          </p:nvPr>
        </p:nvSpPr>
        <p:spPr/>
        <p:txBody>
          <a:bodyPr/>
          <a:lstStyle/>
          <a:p>
            <a:fld id="{A07DDF1A-F250-4483-8665-7E4DC51C98D6}" type="slidenum">
              <a:rPr lang="en-US" smtClean="0"/>
              <a:t>‹#›</a:t>
            </a:fld>
            <a:endParaRPr lang="en-US"/>
          </a:p>
        </p:txBody>
      </p:sp>
    </p:spTree>
    <p:extLst>
      <p:ext uri="{BB962C8B-B14F-4D97-AF65-F5344CB8AC3E}">
        <p14:creationId xmlns:p14="http://schemas.microsoft.com/office/powerpoint/2010/main" val="40017808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482DB-BA93-CA04-34AA-BCE0F8C42C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54DD0D-E7D4-87F6-AF2C-B1DDBC52DF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BED46C-D7B8-40BE-92DF-82F9C101C1FD}"/>
              </a:ext>
            </a:extLst>
          </p:cNvPr>
          <p:cNvSpPr>
            <a:spLocks noGrp="1"/>
          </p:cNvSpPr>
          <p:nvPr>
            <p:ph type="dt" sz="half" idx="10"/>
          </p:nvPr>
        </p:nvSpPr>
        <p:spPr/>
        <p:txBody>
          <a:bodyPr/>
          <a:lstStyle/>
          <a:p>
            <a:fld id="{E3CDCB11-E7D2-4964-BDEB-5372D9815F7D}" type="datetimeFigureOut">
              <a:rPr lang="en-US" smtClean="0"/>
              <a:t>3/1/2026</a:t>
            </a:fld>
            <a:endParaRPr lang="en-US"/>
          </a:p>
        </p:txBody>
      </p:sp>
      <p:sp>
        <p:nvSpPr>
          <p:cNvPr id="5" name="Footer Placeholder 4">
            <a:extLst>
              <a:ext uri="{FF2B5EF4-FFF2-40B4-BE49-F238E27FC236}">
                <a16:creationId xmlns:a16="http://schemas.microsoft.com/office/drawing/2014/main" id="{DBC45A9B-FC56-5C76-B0D6-0920D0C269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8D9BB1-C170-5CC4-68E4-C2904796B6FC}"/>
              </a:ext>
            </a:extLst>
          </p:cNvPr>
          <p:cNvSpPr>
            <a:spLocks noGrp="1"/>
          </p:cNvSpPr>
          <p:nvPr>
            <p:ph type="sldNum" sz="quarter" idx="12"/>
          </p:nvPr>
        </p:nvSpPr>
        <p:spPr/>
        <p:txBody>
          <a:bodyPr/>
          <a:lstStyle/>
          <a:p>
            <a:fld id="{A07DDF1A-F250-4483-8665-7E4DC51C98D6}" type="slidenum">
              <a:rPr lang="en-US" smtClean="0"/>
              <a:t>‹#›</a:t>
            </a:fld>
            <a:endParaRPr lang="en-US"/>
          </a:p>
        </p:txBody>
      </p:sp>
    </p:spTree>
    <p:extLst>
      <p:ext uri="{BB962C8B-B14F-4D97-AF65-F5344CB8AC3E}">
        <p14:creationId xmlns:p14="http://schemas.microsoft.com/office/powerpoint/2010/main" val="3611747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199A7-B6F9-1CBC-4801-22180B5CD0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E4F852A-7E39-7BD1-A790-025CA9AD0A1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90FA3D-1ADD-3274-AEF8-264FBFB827CA}"/>
              </a:ext>
            </a:extLst>
          </p:cNvPr>
          <p:cNvSpPr>
            <a:spLocks noGrp="1"/>
          </p:cNvSpPr>
          <p:nvPr>
            <p:ph type="dt" sz="half" idx="10"/>
          </p:nvPr>
        </p:nvSpPr>
        <p:spPr/>
        <p:txBody>
          <a:bodyPr/>
          <a:lstStyle/>
          <a:p>
            <a:fld id="{E3CDCB11-E7D2-4964-BDEB-5372D9815F7D}" type="datetimeFigureOut">
              <a:rPr lang="en-US" smtClean="0"/>
              <a:t>3/1/2026</a:t>
            </a:fld>
            <a:endParaRPr lang="en-US"/>
          </a:p>
        </p:txBody>
      </p:sp>
      <p:sp>
        <p:nvSpPr>
          <p:cNvPr id="5" name="Footer Placeholder 4">
            <a:extLst>
              <a:ext uri="{FF2B5EF4-FFF2-40B4-BE49-F238E27FC236}">
                <a16:creationId xmlns:a16="http://schemas.microsoft.com/office/drawing/2014/main" id="{DB692A23-CC94-7174-8C61-B0A111895D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43F8DE-343F-598B-24C1-0707E86531F2}"/>
              </a:ext>
            </a:extLst>
          </p:cNvPr>
          <p:cNvSpPr>
            <a:spLocks noGrp="1"/>
          </p:cNvSpPr>
          <p:nvPr>
            <p:ph type="sldNum" sz="quarter" idx="12"/>
          </p:nvPr>
        </p:nvSpPr>
        <p:spPr/>
        <p:txBody>
          <a:bodyPr/>
          <a:lstStyle/>
          <a:p>
            <a:fld id="{A07DDF1A-F250-4483-8665-7E4DC51C98D6}" type="slidenum">
              <a:rPr lang="en-US" smtClean="0"/>
              <a:t>‹#›</a:t>
            </a:fld>
            <a:endParaRPr lang="en-US"/>
          </a:p>
        </p:txBody>
      </p:sp>
    </p:spTree>
    <p:extLst>
      <p:ext uri="{BB962C8B-B14F-4D97-AF65-F5344CB8AC3E}">
        <p14:creationId xmlns:p14="http://schemas.microsoft.com/office/powerpoint/2010/main" val="2267147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F030F-7278-4BC0-74F9-8C1B5C6A83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70DC58-346D-DA54-7A26-AE3B05FA38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0D01A86-0404-EF97-5E91-FACC60019B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C9D379B-834A-3748-4A49-B1BC5674DB54}"/>
              </a:ext>
            </a:extLst>
          </p:cNvPr>
          <p:cNvSpPr>
            <a:spLocks noGrp="1"/>
          </p:cNvSpPr>
          <p:nvPr>
            <p:ph type="dt" sz="half" idx="10"/>
          </p:nvPr>
        </p:nvSpPr>
        <p:spPr/>
        <p:txBody>
          <a:bodyPr/>
          <a:lstStyle/>
          <a:p>
            <a:fld id="{E3CDCB11-E7D2-4964-BDEB-5372D9815F7D}" type="datetimeFigureOut">
              <a:rPr lang="en-US" smtClean="0"/>
              <a:t>3/1/2026</a:t>
            </a:fld>
            <a:endParaRPr lang="en-US"/>
          </a:p>
        </p:txBody>
      </p:sp>
      <p:sp>
        <p:nvSpPr>
          <p:cNvPr id="6" name="Footer Placeholder 5">
            <a:extLst>
              <a:ext uri="{FF2B5EF4-FFF2-40B4-BE49-F238E27FC236}">
                <a16:creationId xmlns:a16="http://schemas.microsoft.com/office/drawing/2014/main" id="{04F9B9B4-60D8-A674-FB7E-3A14107326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9FF340-00C7-FAF9-9B0F-25C06CFB6AF4}"/>
              </a:ext>
            </a:extLst>
          </p:cNvPr>
          <p:cNvSpPr>
            <a:spLocks noGrp="1"/>
          </p:cNvSpPr>
          <p:nvPr>
            <p:ph type="sldNum" sz="quarter" idx="12"/>
          </p:nvPr>
        </p:nvSpPr>
        <p:spPr/>
        <p:txBody>
          <a:bodyPr/>
          <a:lstStyle/>
          <a:p>
            <a:fld id="{A07DDF1A-F250-4483-8665-7E4DC51C98D6}" type="slidenum">
              <a:rPr lang="en-US" smtClean="0"/>
              <a:t>‹#›</a:t>
            </a:fld>
            <a:endParaRPr lang="en-US"/>
          </a:p>
        </p:txBody>
      </p:sp>
    </p:spTree>
    <p:extLst>
      <p:ext uri="{BB962C8B-B14F-4D97-AF65-F5344CB8AC3E}">
        <p14:creationId xmlns:p14="http://schemas.microsoft.com/office/powerpoint/2010/main" val="1934308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B78CF-C2A6-0BE9-C1A0-30659332F13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464C6AA-974F-D109-10A7-CC493AA377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DDF16EA-04E1-768C-60C1-F905A90D671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6AA09C7-C57A-8F65-E7F4-B957CDC13E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DFB539-CDA7-53B6-CC58-FBAB720427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BC1C371-78B7-EE42-36FD-CA13DF47F34C}"/>
              </a:ext>
            </a:extLst>
          </p:cNvPr>
          <p:cNvSpPr>
            <a:spLocks noGrp="1"/>
          </p:cNvSpPr>
          <p:nvPr>
            <p:ph type="dt" sz="half" idx="10"/>
          </p:nvPr>
        </p:nvSpPr>
        <p:spPr/>
        <p:txBody>
          <a:bodyPr/>
          <a:lstStyle/>
          <a:p>
            <a:fld id="{E3CDCB11-E7D2-4964-BDEB-5372D9815F7D}" type="datetimeFigureOut">
              <a:rPr lang="en-US" smtClean="0"/>
              <a:t>3/1/2026</a:t>
            </a:fld>
            <a:endParaRPr lang="en-US"/>
          </a:p>
        </p:txBody>
      </p:sp>
      <p:sp>
        <p:nvSpPr>
          <p:cNvPr id="8" name="Footer Placeholder 7">
            <a:extLst>
              <a:ext uri="{FF2B5EF4-FFF2-40B4-BE49-F238E27FC236}">
                <a16:creationId xmlns:a16="http://schemas.microsoft.com/office/drawing/2014/main" id="{12C14D9A-7663-C117-C42A-BE79B967F73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2891D0D-710E-D3DF-20B2-7BD82887DF65}"/>
              </a:ext>
            </a:extLst>
          </p:cNvPr>
          <p:cNvSpPr>
            <a:spLocks noGrp="1"/>
          </p:cNvSpPr>
          <p:nvPr>
            <p:ph type="sldNum" sz="quarter" idx="12"/>
          </p:nvPr>
        </p:nvSpPr>
        <p:spPr/>
        <p:txBody>
          <a:bodyPr/>
          <a:lstStyle/>
          <a:p>
            <a:fld id="{A07DDF1A-F250-4483-8665-7E4DC51C98D6}" type="slidenum">
              <a:rPr lang="en-US" smtClean="0"/>
              <a:t>‹#›</a:t>
            </a:fld>
            <a:endParaRPr lang="en-US"/>
          </a:p>
        </p:txBody>
      </p:sp>
    </p:spTree>
    <p:extLst>
      <p:ext uri="{BB962C8B-B14F-4D97-AF65-F5344CB8AC3E}">
        <p14:creationId xmlns:p14="http://schemas.microsoft.com/office/powerpoint/2010/main" val="1506415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AE837-69E5-72B5-393B-CA103B59C0D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DF2E77-779B-6B8F-698D-FD89B4A939CD}"/>
              </a:ext>
            </a:extLst>
          </p:cNvPr>
          <p:cNvSpPr>
            <a:spLocks noGrp="1"/>
          </p:cNvSpPr>
          <p:nvPr>
            <p:ph type="dt" sz="half" idx="10"/>
          </p:nvPr>
        </p:nvSpPr>
        <p:spPr/>
        <p:txBody>
          <a:bodyPr/>
          <a:lstStyle/>
          <a:p>
            <a:fld id="{E3CDCB11-E7D2-4964-BDEB-5372D9815F7D}" type="datetimeFigureOut">
              <a:rPr lang="en-US" smtClean="0"/>
              <a:t>3/1/2026</a:t>
            </a:fld>
            <a:endParaRPr lang="en-US"/>
          </a:p>
        </p:txBody>
      </p:sp>
      <p:sp>
        <p:nvSpPr>
          <p:cNvPr id="4" name="Footer Placeholder 3">
            <a:extLst>
              <a:ext uri="{FF2B5EF4-FFF2-40B4-BE49-F238E27FC236}">
                <a16:creationId xmlns:a16="http://schemas.microsoft.com/office/drawing/2014/main" id="{61727F9B-0DC3-E82A-6EB4-B03AC3C272F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7112B07-B26A-4C38-1FDB-ED0F6C6CB27C}"/>
              </a:ext>
            </a:extLst>
          </p:cNvPr>
          <p:cNvSpPr>
            <a:spLocks noGrp="1"/>
          </p:cNvSpPr>
          <p:nvPr>
            <p:ph type="sldNum" sz="quarter" idx="12"/>
          </p:nvPr>
        </p:nvSpPr>
        <p:spPr/>
        <p:txBody>
          <a:bodyPr/>
          <a:lstStyle/>
          <a:p>
            <a:fld id="{A07DDF1A-F250-4483-8665-7E4DC51C98D6}" type="slidenum">
              <a:rPr lang="en-US" smtClean="0"/>
              <a:t>‹#›</a:t>
            </a:fld>
            <a:endParaRPr lang="en-US"/>
          </a:p>
        </p:txBody>
      </p:sp>
    </p:spTree>
    <p:extLst>
      <p:ext uri="{BB962C8B-B14F-4D97-AF65-F5344CB8AC3E}">
        <p14:creationId xmlns:p14="http://schemas.microsoft.com/office/powerpoint/2010/main" val="2191570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D2F1A4-BF7A-F36F-EB64-FAA235A5B70A}"/>
              </a:ext>
            </a:extLst>
          </p:cNvPr>
          <p:cNvSpPr>
            <a:spLocks noGrp="1"/>
          </p:cNvSpPr>
          <p:nvPr>
            <p:ph type="dt" sz="half" idx="10"/>
          </p:nvPr>
        </p:nvSpPr>
        <p:spPr/>
        <p:txBody>
          <a:bodyPr/>
          <a:lstStyle/>
          <a:p>
            <a:fld id="{E3CDCB11-E7D2-4964-BDEB-5372D9815F7D}" type="datetimeFigureOut">
              <a:rPr lang="en-US" smtClean="0"/>
              <a:t>3/1/2026</a:t>
            </a:fld>
            <a:endParaRPr lang="en-US"/>
          </a:p>
        </p:txBody>
      </p:sp>
      <p:sp>
        <p:nvSpPr>
          <p:cNvPr id="3" name="Footer Placeholder 2">
            <a:extLst>
              <a:ext uri="{FF2B5EF4-FFF2-40B4-BE49-F238E27FC236}">
                <a16:creationId xmlns:a16="http://schemas.microsoft.com/office/drawing/2014/main" id="{F52C632B-4035-C278-39B2-7CFDE72DD08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4CB70DD-0D74-5717-B75F-CEE21AA5F03C}"/>
              </a:ext>
            </a:extLst>
          </p:cNvPr>
          <p:cNvSpPr>
            <a:spLocks noGrp="1"/>
          </p:cNvSpPr>
          <p:nvPr>
            <p:ph type="sldNum" sz="quarter" idx="12"/>
          </p:nvPr>
        </p:nvSpPr>
        <p:spPr/>
        <p:txBody>
          <a:bodyPr/>
          <a:lstStyle/>
          <a:p>
            <a:fld id="{A07DDF1A-F250-4483-8665-7E4DC51C98D6}" type="slidenum">
              <a:rPr lang="en-US" smtClean="0"/>
              <a:t>‹#›</a:t>
            </a:fld>
            <a:endParaRPr lang="en-US"/>
          </a:p>
        </p:txBody>
      </p:sp>
    </p:spTree>
    <p:extLst>
      <p:ext uri="{BB962C8B-B14F-4D97-AF65-F5344CB8AC3E}">
        <p14:creationId xmlns:p14="http://schemas.microsoft.com/office/powerpoint/2010/main" val="27431566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23BE9-0169-E6D2-32DC-EA3483E7D5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FD8647E-D278-4CC5-6AB6-482B6EF8BB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9A5B098-79A9-7F41-2C8D-B2C6963C28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74E906-4464-F5E7-1D4F-B21392283294}"/>
              </a:ext>
            </a:extLst>
          </p:cNvPr>
          <p:cNvSpPr>
            <a:spLocks noGrp="1"/>
          </p:cNvSpPr>
          <p:nvPr>
            <p:ph type="dt" sz="half" idx="10"/>
          </p:nvPr>
        </p:nvSpPr>
        <p:spPr/>
        <p:txBody>
          <a:bodyPr/>
          <a:lstStyle/>
          <a:p>
            <a:fld id="{E3CDCB11-E7D2-4964-BDEB-5372D9815F7D}" type="datetimeFigureOut">
              <a:rPr lang="en-US" smtClean="0"/>
              <a:t>3/1/2026</a:t>
            </a:fld>
            <a:endParaRPr lang="en-US"/>
          </a:p>
        </p:txBody>
      </p:sp>
      <p:sp>
        <p:nvSpPr>
          <p:cNvPr id="6" name="Footer Placeholder 5">
            <a:extLst>
              <a:ext uri="{FF2B5EF4-FFF2-40B4-BE49-F238E27FC236}">
                <a16:creationId xmlns:a16="http://schemas.microsoft.com/office/drawing/2014/main" id="{FFBF2C6B-A540-21B4-2268-B49608BB85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673CCE-B87F-C23D-9323-46AD3BBA22A6}"/>
              </a:ext>
            </a:extLst>
          </p:cNvPr>
          <p:cNvSpPr>
            <a:spLocks noGrp="1"/>
          </p:cNvSpPr>
          <p:nvPr>
            <p:ph type="sldNum" sz="quarter" idx="12"/>
          </p:nvPr>
        </p:nvSpPr>
        <p:spPr/>
        <p:txBody>
          <a:bodyPr/>
          <a:lstStyle/>
          <a:p>
            <a:fld id="{A07DDF1A-F250-4483-8665-7E4DC51C98D6}" type="slidenum">
              <a:rPr lang="en-US" smtClean="0"/>
              <a:t>‹#›</a:t>
            </a:fld>
            <a:endParaRPr lang="en-US"/>
          </a:p>
        </p:txBody>
      </p:sp>
    </p:spTree>
    <p:extLst>
      <p:ext uri="{BB962C8B-B14F-4D97-AF65-F5344CB8AC3E}">
        <p14:creationId xmlns:p14="http://schemas.microsoft.com/office/powerpoint/2010/main" val="1768195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CE6E2-8B59-43D1-36CE-E34003DB30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C17B6FE-2747-8D46-BF8A-2155799AB6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00BE44-BD96-E8E6-07DB-1D31361F45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21E735-C5CC-45A1-4416-A1AA444EB1E3}"/>
              </a:ext>
            </a:extLst>
          </p:cNvPr>
          <p:cNvSpPr>
            <a:spLocks noGrp="1"/>
          </p:cNvSpPr>
          <p:nvPr>
            <p:ph type="dt" sz="half" idx="10"/>
          </p:nvPr>
        </p:nvSpPr>
        <p:spPr/>
        <p:txBody>
          <a:bodyPr/>
          <a:lstStyle/>
          <a:p>
            <a:fld id="{E3CDCB11-E7D2-4964-BDEB-5372D9815F7D}" type="datetimeFigureOut">
              <a:rPr lang="en-US" smtClean="0"/>
              <a:t>3/1/2026</a:t>
            </a:fld>
            <a:endParaRPr lang="en-US"/>
          </a:p>
        </p:txBody>
      </p:sp>
      <p:sp>
        <p:nvSpPr>
          <p:cNvPr id="6" name="Footer Placeholder 5">
            <a:extLst>
              <a:ext uri="{FF2B5EF4-FFF2-40B4-BE49-F238E27FC236}">
                <a16:creationId xmlns:a16="http://schemas.microsoft.com/office/drawing/2014/main" id="{3BA684A1-AE96-27D8-892B-5A386AFA4F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847ECC-47A1-2A83-B25A-71DB5AD32BFB}"/>
              </a:ext>
            </a:extLst>
          </p:cNvPr>
          <p:cNvSpPr>
            <a:spLocks noGrp="1"/>
          </p:cNvSpPr>
          <p:nvPr>
            <p:ph type="sldNum" sz="quarter" idx="12"/>
          </p:nvPr>
        </p:nvSpPr>
        <p:spPr/>
        <p:txBody>
          <a:bodyPr/>
          <a:lstStyle/>
          <a:p>
            <a:fld id="{A07DDF1A-F250-4483-8665-7E4DC51C98D6}" type="slidenum">
              <a:rPr lang="en-US" smtClean="0"/>
              <a:t>‹#›</a:t>
            </a:fld>
            <a:endParaRPr lang="en-US"/>
          </a:p>
        </p:txBody>
      </p:sp>
    </p:spTree>
    <p:extLst>
      <p:ext uri="{BB962C8B-B14F-4D97-AF65-F5344CB8AC3E}">
        <p14:creationId xmlns:p14="http://schemas.microsoft.com/office/powerpoint/2010/main" val="17243445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1A12F-BA89-06DF-A0D6-1B22DC8484A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6572F2-7914-E299-6306-4DC3EAA5A7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99B48B-938C-916B-B556-1299835457C4}"/>
              </a:ext>
            </a:extLst>
          </p:cNvPr>
          <p:cNvSpPr>
            <a:spLocks noGrp="1"/>
          </p:cNvSpPr>
          <p:nvPr>
            <p:ph type="dt" sz="half" idx="10"/>
          </p:nvPr>
        </p:nvSpPr>
        <p:spPr/>
        <p:txBody>
          <a:bodyPr/>
          <a:lstStyle/>
          <a:p>
            <a:fld id="{E3CDCB11-E7D2-4964-BDEB-5372D9815F7D}" type="datetimeFigureOut">
              <a:rPr lang="en-US" smtClean="0"/>
              <a:t>3/1/2026</a:t>
            </a:fld>
            <a:endParaRPr lang="en-US"/>
          </a:p>
        </p:txBody>
      </p:sp>
      <p:sp>
        <p:nvSpPr>
          <p:cNvPr id="5" name="Footer Placeholder 4">
            <a:extLst>
              <a:ext uri="{FF2B5EF4-FFF2-40B4-BE49-F238E27FC236}">
                <a16:creationId xmlns:a16="http://schemas.microsoft.com/office/drawing/2014/main" id="{6EF28594-38CE-3EF8-B747-C5A9D274EE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8BB964-326B-28A2-2C85-B28940B19F48}"/>
              </a:ext>
            </a:extLst>
          </p:cNvPr>
          <p:cNvSpPr>
            <a:spLocks noGrp="1"/>
          </p:cNvSpPr>
          <p:nvPr>
            <p:ph type="sldNum" sz="quarter" idx="12"/>
          </p:nvPr>
        </p:nvSpPr>
        <p:spPr/>
        <p:txBody>
          <a:bodyPr/>
          <a:lstStyle/>
          <a:p>
            <a:fld id="{A07DDF1A-F250-4483-8665-7E4DC51C98D6}" type="slidenum">
              <a:rPr lang="en-US" smtClean="0"/>
              <a:t>‹#›</a:t>
            </a:fld>
            <a:endParaRPr lang="en-US"/>
          </a:p>
        </p:txBody>
      </p:sp>
    </p:spTree>
    <p:extLst>
      <p:ext uri="{BB962C8B-B14F-4D97-AF65-F5344CB8AC3E}">
        <p14:creationId xmlns:p14="http://schemas.microsoft.com/office/powerpoint/2010/main" val="3047696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EACAFC-7270-0F3F-FBBB-0A28D2A8BFA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1AF44C6-2363-9071-2786-34BF3193856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8AF8CB-9FB7-9129-78C6-5C29E5391993}"/>
              </a:ext>
            </a:extLst>
          </p:cNvPr>
          <p:cNvSpPr>
            <a:spLocks noGrp="1"/>
          </p:cNvSpPr>
          <p:nvPr>
            <p:ph type="dt" sz="half" idx="10"/>
          </p:nvPr>
        </p:nvSpPr>
        <p:spPr/>
        <p:txBody>
          <a:bodyPr/>
          <a:lstStyle/>
          <a:p>
            <a:fld id="{E3CDCB11-E7D2-4964-BDEB-5372D9815F7D}" type="datetimeFigureOut">
              <a:rPr lang="en-US" smtClean="0"/>
              <a:t>3/1/2026</a:t>
            </a:fld>
            <a:endParaRPr lang="en-US"/>
          </a:p>
        </p:txBody>
      </p:sp>
      <p:sp>
        <p:nvSpPr>
          <p:cNvPr id="5" name="Footer Placeholder 4">
            <a:extLst>
              <a:ext uri="{FF2B5EF4-FFF2-40B4-BE49-F238E27FC236}">
                <a16:creationId xmlns:a16="http://schemas.microsoft.com/office/drawing/2014/main" id="{5E73F327-633B-7199-DA4A-C2464BED94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998BFF-B696-0882-643B-AFD800FA4B82}"/>
              </a:ext>
            </a:extLst>
          </p:cNvPr>
          <p:cNvSpPr>
            <a:spLocks noGrp="1"/>
          </p:cNvSpPr>
          <p:nvPr>
            <p:ph type="sldNum" sz="quarter" idx="12"/>
          </p:nvPr>
        </p:nvSpPr>
        <p:spPr/>
        <p:txBody>
          <a:bodyPr/>
          <a:lstStyle/>
          <a:p>
            <a:fld id="{A07DDF1A-F250-4483-8665-7E4DC51C98D6}" type="slidenum">
              <a:rPr lang="en-US" smtClean="0"/>
              <a:t>‹#›</a:t>
            </a:fld>
            <a:endParaRPr lang="en-US"/>
          </a:p>
        </p:txBody>
      </p:sp>
    </p:spTree>
    <p:extLst>
      <p:ext uri="{BB962C8B-B14F-4D97-AF65-F5344CB8AC3E}">
        <p14:creationId xmlns:p14="http://schemas.microsoft.com/office/powerpoint/2010/main" val="2868215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7EC53E-5960-0A60-E947-55272E33D3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F188AF-7C55-5550-0FEC-33C519134A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3F9B68-0C0D-73F9-66CF-FF3E5FD5CE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3CDCB11-E7D2-4964-BDEB-5372D9815F7D}" type="datetimeFigureOut">
              <a:rPr lang="en-US" smtClean="0"/>
              <a:t>3/1/2026</a:t>
            </a:fld>
            <a:endParaRPr lang="en-US"/>
          </a:p>
        </p:txBody>
      </p:sp>
      <p:sp>
        <p:nvSpPr>
          <p:cNvPr id="5" name="Footer Placeholder 4">
            <a:extLst>
              <a:ext uri="{FF2B5EF4-FFF2-40B4-BE49-F238E27FC236}">
                <a16:creationId xmlns:a16="http://schemas.microsoft.com/office/drawing/2014/main" id="{2A5ECF9F-D976-0533-70C1-6D4089C622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AD38BE9-A07F-CE80-38E6-0039FA8118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07DDF1A-F250-4483-8665-7E4DC51C98D6}" type="slidenum">
              <a:rPr lang="en-US" smtClean="0"/>
              <a:t>‹#›</a:t>
            </a:fld>
            <a:endParaRPr lang="en-US"/>
          </a:p>
        </p:txBody>
      </p:sp>
    </p:spTree>
    <p:extLst>
      <p:ext uri="{BB962C8B-B14F-4D97-AF65-F5344CB8AC3E}">
        <p14:creationId xmlns:p14="http://schemas.microsoft.com/office/powerpoint/2010/main" val="37749678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hyperchainsolution.com/privacy-policy-data-security/" TargetMode="Externa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41407-173E-3566-F143-37011C94E9AB}"/>
              </a:ext>
            </a:extLst>
          </p:cNvPr>
          <p:cNvSpPr>
            <a:spLocks noGrp="1"/>
          </p:cNvSpPr>
          <p:nvPr>
            <p:ph type="ctrTitle"/>
          </p:nvPr>
        </p:nvSpPr>
        <p:spPr/>
        <p:txBody>
          <a:bodyPr/>
          <a:lstStyle/>
          <a:p>
            <a:r>
              <a:rPr lang="en-US" dirty="0"/>
              <a:t>Hyperchain Solution</a:t>
            </a:r>
          </a:p>
        </p:txBody>
      </p:sp>
      <p:sp>
        <p:nvSpPr>
          <p:cNvPr id="3" name="Subtitle 2">
            <a:extLst>
              <a:ext uri="{FF2B5EF4-FFF2-40B4-BE49-F238E27FC236}">
                <a16:creationId xmlns:a16="http://schemas.microsoft.com/office/drawing/2014/main" id="{D815313A-7D9A-1896-14A8-706E6382CD9F}"/>
              </a:ext>
            </a:extLst>
          </p:cNvPr>
          <p:cNvSpPr>
            <a:spLocks noGrp="1"/>
          </p:cNvSpPr>
          <p:nvPr>
            <p:ph type="subTitle" idx="1"/>
          </p:nvPr>
        </p:nvSpPr>
        <p:spPr/>
        <p:txBody>
          <a:bodyPr/>
          <a:lstStyle/>
          <a:p>
            <a:r>
              <a:rPr lang="en-US" dirty="0"/>
              <a:t>Site Pages</a:t>
            </a:r>
          </a:p>
        </p:txBody>
      </p:sp>
    </p:spTree>
    <p:extLst>
      <p:ext uri="{BB962C8B-B14F-4D97-AF65-F5344CB8AC3E}">
        <p14:creationId xmlns:p14="http://schemas.microsoft.com/office/powerpoint/2010/main" val="22070355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AA004-38F9-EFDE-9115-43805C9C0023}"/>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02D00509-28A4-2F16-C4DD-99ED653DFB70}"/>
              </a:ext>
            </a:extLst>
          </p:cNvPr>
          <p:cNvSpPr/>
          <p:nvPr/>
        </p:nvSpPr>
        <p:spPr>
          <a:xfrm>
            <a:off x="3408255" y="925569"/>
            <a:ext cx="8783744" cy="592244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AB7FD2B-BF44-E116-012C-4AA8BCDF6BC4}"/>
              </a:ext>
            </a:extLst>
          </p:cNvPr>
          <p:cNvSpPr txBox="1">
            <a:spLocks/>
          </p:cNvSpPr>
          <p:nvPr/>
        </p:nvSpPr>
        <p:spPr>
          <a:xfrm>
            <a:off x="5010628" y="82422"/>
            <a:ext cx="5220183" cy="396267"/>
          </a:xfrm>
          <a:prstGeom prst="rect">
            <a:avLst/>
          </a:prstGeom>
        </p:spPr>
        <p:txBody>
          <a:bodyPr anchor="ctr" anchorCtr="0"/>
          <a:lstStyle>
            <a:defPPr>
              <a:defRPr lang="en-US"/>
            </a:defPPr>
            <a:lvl1pPr fontAlgn="auto">
              <a:lnSpc>
                <a:spcPct val="90000"/>
              </a:lnSpc>
              <a:spcBef>
                <a:spcPts val="0"/>
              </a:spcBef>
              <a:spcAft>
                <a:spcPts val="0"/>
              </a:spcAft>
              <a:defRPr b="1">
                <a:solidFill>
                  <a:srgbClr val="00B0F0"/>
                </a:solidFill>
                <a:latin typeface="Aptos" panose="02110004020202020204"/>
                <a:ea typeface="Calibri" panose="020F0502020204030204" pitchFamily="34" charset="0"/>
                <a:cs typeface="Calibri" panose="020F0502020204030204" pitchFamily="34" charset="0"/>
              </a:defRPr>
            </a:lvl1pPr>
            <a:lvl2pPr marL="685800" indent="-228600" defTabSz="914400" eaLnBrk="1" latinLnBrk="0" hangingPunct="1">
              <a:lnSpc>
                <a:spcPct val="90000"/>
              </a:lnSpc>
              <a:spcBef>
                <a:spcPts val="500"/>
              </a:spcBef>
              <a:buFont typeface="Arial" panose="020B0604020202020204" pitchFamily="34" charset="0"/>
              <a:buChar char="•"/>
              <a:defRPr sz="2400">
                <a:latin typeface="Arial" panose="020B0604020202020204" pitchFamily="34" charset="0"/>
                <a:cs typeface="Arial" panose="020B0604020202020204" pitchFamily="34" charset="0"/>
              </a:defRPr>
            </a:lvl2pPr>
            <a:lvl3pPr marL="1143000" indent="-228600" defTabSz="914400" eaLnBrk="1" latinLnBrk="0" hangingPunct="1">
              <a:lnSpc>
                <a:spcPct val="90000"/>
              </a:lnSpc>
              <a:spcBef>
                <a:spcPts val="500"/>
              </a:spcBef>
              <a:buFont typeface="Arial" panose="020B0604020202020204" pitchFamily="34" charset="0"/>
              <a:buChar char="•"/>
              <a:defRPr sz="2000">
                <a:latin typeface="Arial" panose="020B0604020202020204" pitchFamily="34" charset="0"/>
                <a:cs typeface="Arial" panose="020B0604020202020204" pitchFamily="34" charset="0"/>
              </a:defRPr>
            </a:lvl3pPr>
            <a:lvl4pPr marL="1600200" indent="-228600" defTabSz="914400" eaLnBrk="1" latinLnBrk="0" hangingPunct="1">
              <a:lnSpc>
                <a:spcPct val="90000"/>
              </a:lnSpc>
              <a:spcBef>
                <a:spcPts val="500"/>
              </a:spcBef>
              <a:buFont typeface="Arial" panose="020B0604020202020204" pitchFamily="34" charset="0"/>
              <a:buChar char="•"/>
              <a:defRPr sz="1800">
                <a:latin typeface="Arial" panose="020B0604020202020204" pitchFamily="34" charset="0"/>
                <a:cs typeface="Arial" panose="020B0604020202020204" pitchFamily="34" charset="0"/>
              </a:defRPr>
            </a:lvl4pPr>
            <a:lvl5pPr marL="2057400" indent="-228600" defTabSz="914400" eaLnBrk="1" latinLnBrk="0" hangingPunct="1">
              <a:lnSpc>
                <a:spcPct val="90000"/>
              </a:lnSpc>
              <a:spcBef>
                <a:spcPts val="500"/>
              </a:spcBef>
              <a:buFont typeface="Arial" panose="020B0604020202020204" pitchFamily="34" charset="0"/>
              <a:buChar char="•"/>
              <a:defRPr sz="1800">
                <a:latin typeface="Arial" panose="020B0604020202020204" pitchFamily="34" charset="0"/>
                <a:cs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cs typeface="+mn-cs"/>
              </a:defRPr>
            </a:lvl6pPr>
            <a:lvl7pPr marL="2971800" indent="-228600">
              <a:lnSpc>
                <a:spcPct val="90000"/>
              </a:lnSpc>
              <a:spcBef>
                <a:spcPts val="500"/>
              </a:spcBef>
              <a:buFont typeface="Arial" panose="020B0604020202020204" pitchFamily="34" charset="0"/>
              <a:buChar char="•"/>
              <a:defRPr sz="1800">
                <a:latin typeface="+mn-lt"/>
                <a:cs typeface="+mn-cs"/>
              </a:defRPr>
            </a:lvl7pPr>
            <a:lvl8pPr marL="3429000" indent="-228600">
              <a:lnSpc>
                <a:spcPct val="90000"/>
              </a:lnSpc>
              <a:spcBef>
                <a:spcPts val="500"/>
              </a:spcBef>
              <a:buFont typeface="Arial" panose="020B0604020202020204" pitchFamily="34" charset="0"/>
              <a:buChar char="•"/>
              <a:defRPr sz="1800">
                <a:latin typeface="+mn-lt"/>
                <a:cs typeface="+mn-cs"/>
              </a:defRPr>
            </a:lvl8pPr>
            <a:lvl9pPr marL="3886200" indent="-228600">
              <a:lnSpc>
                <a:spcPct val="90000"/>
              </a:lnSpc>
              <a:spcBef>
                <a:spcPts val="500"/>
              </a:spcBef>
              <a:buFont typeface="Arial" panose="020B0604020202020204" pitchFamily="34" charset="0"/>
              <a:buChar char="•"/>
              <a:defRPr sz="1800">
                <a:latin typeface="+mn-lt"/>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00B0F0"/>
                </a:solidFill>
                <a:effectLst/>
                <a:uLnTx/>
                <a:uFillTx/>
                <a:latin typeface="Aptos" panose="02110004020202020204"/>
                <a:ea typeface="Calibri" panose="020F0502020204030204" pitchFamily="34" charset="0"/>
                <a:cs typeface="Calibri" panose="020F0502020204030204" pitchFamily="34" charset="0"/>
              </a:rPr>
              <a:t>Our Service Offerings</a:t>
            </a:r>
            <a:endParaRPr kumimoji="0" sz="1800" b="1" i="0" u="none" strike="noStrike" kern="0" cap="none" spc="0" normalizeH="0" baseline="0" noProof="0" dirty="0">
              <a:ln>
                <a:noFill/>
              </a:ln>
              <a:solidFill>
                <a:srgbClr val="00B0F0"/>
              </a:solidFill>
              <a:effectLst/>
              <a:uLnTx/>
              <a:uFillTx/>
              <a:latin typeface="Aptos" panose="02110004020202020204"/>
              <a:ea typeface="Calibri" panose="020F0502020204030204" pitchFamily="34" charset="0"/>
              <a:cs typeface="Calibri" panose="020F0502020204030204" pitchFamily="34" charset="0"/>
            </a:endParaRPr>
          </a:p>
        </p:txBody>
      </p:sp>
      <p:pic>
        <p:nvPicPr>
          <p:cNvPr id="13" name="Picture 12">
            <a:extLst>
              <a:ext uri="{FF2B5EF4-FFF2-40B4-BE49-F238E27FC236}">
                <a16:creationId xmlns:a16="http://schemas.microsoft.com/office/drawing/2014/main" id="{BFE9A4A7-722F-6D9C-525F-733AA26FED3E}"/>
              </a:ext>
            </a:extLst>
          </p:cNvPr>
          <p:cNvPicPr>
            <a:picLocks noChangeAspect="1"/>
          </p:cNvPicPr>
          <p:nvPr/>
        </p:nvPicPr>
        <p:blipFill>
          <a:blip r:embed="rId2"/>
          <a:stretch>
            <a:fillRect/>
          </a:stretch>
        </p:blipFill>
        <p:spPr>
          <a:xfrm>
            <a:off x="0" y="4608138"/>
            <a:ext cx="3408257" cy="2249862"/>
          </a:xfrm>
          <a:prstGeom prst="rect">
            <a:avLst/>
          </a:prstGeom>
        </p:spPr>
      </p:pic>
      <p:sp>
        <p:nvSpPr>
          <p:cNvPr id="6" name="Rectangle 5">
            <a:extLst>
              <a:ext uri="{FF2B5EF4-FFF2-40B4-BE49-F238E27FC236}">
                <a16:creationId xmlns:a16="http://schemas.microsoft.com/office/drawing/2014/main" id="{E7640CC3-E650-9131-3817-44F201FAC6A2}"/>
              </a:ext>
            </a:extLst>
          </p:cNvPr>
          <p:cNvSpPr/>
          <p:nvPr/>
        </p:nvSpPr>
        <p:spPr>
          <a:xfrm>
            <a:off x="3755499" y="1596900"/>
            <a:ext cx="3154587" cy="482267"/>
          </a:xfrm>
          <a:prstGeom prst="rect">
            <a:avLst/>
          </a:prstGeom>
          <a:solidFill>
            <a:schemeClr val="accent4">
              <a:lumMod val="20000"/>
              <a:lumOff val="80000"/>
            </a:schemeClr>
          </a:solidFill>
          <a:ln w="12700" cap="flat" cmpd="sng" algn="ctr">
            <a:noFill/>
            <a:prstDash val="solid"/>
            <a:miter lim="800000"/>
          </a:ln>
          <a:effectLst/>
        </p:spPr>
        <p:txBody>
          <a:bodyPr tIns="182880" rtlCol="0" anchor="ctr" anchorCtr="0"/>
          <a:lstStyle/>
          <a:p>
            <a:r>
              <a:rPr lang="en-US" sz="1200" b="1" dirty="0"/>
              <a:t>Supply Chain Advisory Services</a:t>
            </a:r>
            <a:endParaRPr kumimoji="0" lang="en-US" sz="1000" b="1"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a:p>
            <a:pPr lvl="0" fontAlgn="base">
              <a:spcBef>
                <a:spcPct val="0"/>
              </a:spcBef>
              <a:spcAft>
                <a:spcPct val="0"/>
              </a:spcAft>
              <a:defRPr/>
            </a:pPr>
            <a:endParaRPr kumimoji="0" lang="en-US" sz="1100" b="0"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59DC2128-67E1-A810-455A-C7B1D454FED9}"/>
              </a:ext>
            </a:extLst>
          </p:cNvPr>
          <p:cNvSpPr/>
          <p:nvPr/>
        </p:nvSpPr>
        <p:spPr>
          <a:xfrm>
            <a:off x="3755497" y="2958142"/>
            <a:ext cx="3154587" cy="487817"/>
          </a:xfrm>
          <a:prstGeom prst="rect">
            <a:avLst/>
          </a:prstGeom>
          <a:solidFill>
            <a:schemeClr val="accent4">
              <a:lumMod val="20000"/>
              <a:lumOff val="80000"/>
            </a:schemeClr>
          </a:solidFill>
          <a:ln w="12700" cap="flat" cmpd="sng" algn="ctr">
            <a:noFill/>
            <a:prstDash val="solid"/>
            <a:miter lim="800000"/>
          </a:ln>
          <a:effectLst/>
        </p:spPr>
        <p:txBody>
          <a:bodyPr tIns="182880" rtlCol="0" anchor="ctr" anchorCtr="0"/>
          <a:lstStyle/>
          <a:p>
            <a:r>
              <a:rPr lang="en-US" sz="1200" b="1" dirty="0"/>
              <a:t>Data Engineering &amp; Integration Services</a:t>
            </a:r>
            <a:endParaRPr kumimoji="0" lang="en-US" sz="1100" b="1"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a:p>
            <a:pPr lvl="0" fontAlgn="base">
              <a:spcBef>
                <a:spcPct val="0"/>
              </a:spcBef>
              <a:spcAft>
                <a:spcPct val="0"/>
              </a:spcAft>
              <a:defRPr/>
            </a:pPr>
            <a:endParaRPr kumimoji="0" lang="en-US" sz="1100" b="0"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6D7DC3E2-D163-7C6D-50AA-A6885E642A60}"/>
              </a:ext>
            </a:extLst>
          </p:cNvPr>
          <p:cNvSpPr/>
          <p:nvPr/>
        </p:nvSpPr>
        <p:spPr>
          <a:xfrm>
            <a:off x="3750435" y="4514850"/>
            <a:ext cx="3154587" cy="482267"/>
          </a:xfrm>
          <a:prstGeom prst="rect">
            <a:avLst/>
          </a:prstGeom>
          <a:solidFill>
            <a:schemeClr val="accent4">
              <a:lumMod val="20000"/>
              <a:lumOff val="80000"/>
            </a:schemeClr>
          </a:solidFill>
          <a:ln w="12700" cap="flat" cmpd="sng" algn="ctr">
            <a:noFill/>
            <a:prstDash val="solid"/>
            <a:miter lim="800000"/>
          </a:ln>
          <a:effectLst/>
        </p:spPr>
        <p:txBody>
          <a:bodyPr tIns="182880" rtlCol="0" anchor="ctr" anchorCtr="0"/>
          <a:lstStyle/>
          <a:p>
            <a:r>
              <a:rPr lang="en-US" sz="1200" b="1" dirty="0"/>
              <a:t>Implementation Services</a:t>
            </a:r>
            <a:endParaRPr kumimoji="0" lang="en-US" sz="1100" b="1"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a:p>
            <a:pPr lvl="0" fontAlgn="base">
              <a:spcBef>
                <a:spcPct val="0"/>
              </a:spcBef>
              <a:spcAft>
                <a:spcPct val="0"/>
              </a:spcAft>
              <a:defRPr/>
            </a:pPr>
            <a:endParaRPr kumimoji="0" lang="en-US" sz="1100" b="0"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F087D87A-BE7D-4C25-FE0D-4A6C708FFBF3}"/>
              </a:ext>
            </a:extLst>
          </p:cNvPr>
          <p:cNvSpPr/>
          <p:nvPr/>
        </p:nvSpPr>
        <p:spPr>
          <a:xfrm>
            <a:off x="4951791" y="937365"/>
            <a:ext cx="762001" cy="700472"/>
          </a:xfrm>
          <a:prstGeom prst="rect">
            <a:avLst/>
          </a:prstGeom>
          <a:noFill/>
          <a:ln w="12700" cap="flat" cmpd="sng" algn="ctr">
            <a:noFill/>
            <a:prstDash val="solid"/>
            <a:miter lim="800000"/>
          </a:ln>
          <a:effectLst/>
        </p:spPr>
        <p:txBody>
          <a:bodyPr tIns="27432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b="1" i="0" u="none" strike="noStrike" kern="0" cap="none" spc="0" normalizeH="0" baseline="0" noProof="0" dirty="0">
                <a:ln>
                  <a:noFill/>
                </a:ln>
                <a:solidFill>
                  <a:srgbClr val="00B0F0"/>
                </a:solidFill>
                <a:effectLst/>
                <a:uLnTx/>
                <a:uFillTx/>
                <a:latin typeface="Aptos" panose="020B0004020202020204" pitchFamily="34" charset="0"/>
                <a:ea typeface="Calibri" panose="020F0502020204030204" pitchFamily="34" charset="0"/>
                <a:cs typeface="Calibri" panose="020F0502020204030204" pitchFamily="34" charset="0"/>
              </a:rPr>
              <a:t>1</a:t>
            </a:r>
          </a:p>
          <a:p>
            <a:pPr marL="0" marR="0" lvl="0" indent="0" algn="ctr" defTabSz="914400" rtl="0" eaLnBrk="1" fontAlgn="base" latinLnBrk="0" hangingPunct="1">
              <a:lnSpc>
                <a:spcPct val="100000"/>
              </a:lnSpc>
              <a:spcBef>
                <a:spcPct val="0"/>
              </a:spcBef>
              <a:spcAft>
                <a:spcPct val="0"/>
              </a:spcAft>
              <a:buClrTx/>
              <a:buSzTx/>
              <a:buFontTx/>
              <a:buNone/>
              <a:tabLst/>
              <a:defRPr/>
            </a:pPr>
            <a:endParaRPr lang="en-US" b="1" kern="0" dirty="0">
              <a:solidFill>
                <a:srgbClr val="00B0F0"/>
              </a:solidFill>
              <a:latin typeface="Aptos" panose="020B0004020202020204" pitchFamily="34" charset="0"/>
              <a:ea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0711A557-A77E-F85E-FEFC-D810F7EE57F4}"/>
              </a:ext>
            </a:extLst>
          </p:cNvPr>
          <p:cNvSpPr/>
          <p:nvPr/>
        </p:nvSpPr>
        <p:spPr>
          <a:xfrm>
            <a:off x="4951791" y="2286888"/>
            <a:ext cx="762001" cy="700472"/>
          </a:xfrm>
          <a:prstGeom prst="rect">
            <a:avLst/>
          </a:prstGeom>
          <a:noFill/>
          <a:ln w="12700" cap="flat" cmpd="sng" algn="ctr">
            <a:noFill/>
            <a:prstDash val="solid"/>
            <a:miter lim="800000"/>
          </a:ln>
          <a:effectLst/>
        </p:spPr>
        <p:txBody>
          <a:bodyPr tIns="27432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b="1" i="0" u="none" strike="noStrike" kern="0" cap="none" spc="0" normalizeH="0" baseline="0" noProof="0" dirty="0">
                <a:ln>
                  <a:noFill/>
                </a:ln>
                <a:solidFill>
                  <a:srgbClr val="00B0F0"/>
                </a:solidFill>
                <a:effectLst/>
                <a:uLnTx/>
                <a:uFillTx/>
                <a:latin typeface="Aptos" panose="020B0004020202020204" pitchFamily="34" charset="0"/>
                <a:ea typeface="Calibri" panose="020F0502020204030204" pitchFamily="34" charset="0"/>
                <a:cs typeface="Calibri" panose="020F0502020204030204" pitchFamily="34" charset="0"/>
              </a:rPr>
              <a:t>2</a:t>
            </a:r>
          </a:p>
          <a:p>
            <a:pPr marL="0" marR="0" lvl="0" indent="0" algn="ctr" defTabSz="914400" rtl="0" eaLnBrk="1" fontAlgn="base" latinLnBrk="0" hangingPunct="1">
              <a:lnSpc>
                <a:spcPct val="100000"/>
              </a:lnSpc>
              <a:spcBef>
                <a:spcPct val="0"/>
              </a:spcBef>
              <a:spcAft>
                <a:spcPct val="0"/>
              </a:spcAft>
              <a:buClrTx/>
              <a:buSzTx/>
              <a:buFontTx/>
              <a:buNone/>
              <a:tabLst/>
              <a:defRPr/>
            </a:pPr>
            <a:endParaRPr lang="en-US" b="1" kern="0" dirty="0">
              <a:solidFill>
                <a:srgbClr val="00B0F0"/>
              </a:solidFill>
              <a:latin typeface="Aptos" panose="020B0004020202020204" pitchFamily="34" charset="0"/>
              <a:ea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8B05FF4D-D4F3-4AD9-1122-0E68E8CA0D82}"/>
              </a:ext>
            </a:extLst>
          </p:cNvPr>
          <p:cNvSpPr/>
          <p:nvPr/>
        </p:nvSpPr>
        <p:spPr>
          <a:xfrm>
            <a:off x="4946727" y="3868471"/>
            <a:ext cx="762001" cy="700472"/>
          </a:xfrm>
          <a:prstGeom prst="rect">
            <a:avLst/>
          </a:prstGeom>
          <a:noFill/>
          <a:ln w="12700" cap="flat" cmpd="sng" algn="ctr">
            <a:noFill/>
            <a:prstDash val="solid"/>
            <a:miter lim="800000"/>
          </a:ln>
          <a:effectLst/>
        </p:spPr>
        <p:txBody>
          <a:bodyPr tIns="27432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b="1" i="0" u="none" strike="noStrike" kern="0" cap="none" spc="0" normalizeH="0" baseline="0" noProof="0" dirty="0">
                <a:ln>
                  <a:noFill/>
                </a:ln>
                <a:solidFill>
                  <a:srgbClr val="00B0F0"/>
                </a:solidFill>
                <a:effectLst/>
                <a:uLnTx/>
                <a:uFillTx/>
                <a:latin typeface="Aptos" panose="020B0004020202020204" pitchFamily="34" charset="0"/>
                <a:ea typeface="Calibri" panose="020F0502020204030204" pitchFamily="34" charset="0"/>
                <a:cs typeface="Calibri" panose="020F0502020204030204" pitchFamily="34" charset="0"/>
              </a:rPr>
              <a:t>3</a:t>
            </a:r>
          </a:p>
          <a:p>
            <a:pPr marL="0" marR="0" lvl="0" indent="0" algn="ctr" defTabSz="914400" rtl="0" eaLnBrk="1" fontAlgn="base" latinLnBrk="0" hangingPunct="1">
              <a:lnSpc>
                <a:spcPct val="100000"/>
              </a:lnSpc>
              <a:spcBef>
                <a:spcPct val="0"/>
              </a:spcBef>
              <a:spcAft>
                <a:spcPct val="0"/>
              </a:spcAft>
              <a:buClrTx/>
              <a:buSzTx/>
              <a:buFontTx/>
              <a:buNone/>
              <a:tabLst/>
              <a:defRPr/>
            </a:pPr>
            <a:endParaRPr lang="en-US" b="1" kern="0" dirty="0">
              <a:solidFill>
                <a:srgbClr val="00B0F0"/>
              </a:solidFill>
              <a:latin typeface="Aptos" panose="020B0004020202020204" pitchFamily="34" charset="0"/>
              <a:ea typeface="Calibri" panose="020F0502020204030204" pitchFamily="34" charset="0"/>
              <a:cs typeface="Calibri" panose="020F0502020204030204" pitchFamily="34" charset="0"/>
            </a:endParaRPr>
          </a:p>
        </p:txBody>
      </p:sp>
      <p:sp>
        <p:nvSpPr>
          <p:cNvPr id="18" name="Title 1">
            <a:extLst>
              <a:ext uri="{FF2B5EF4-FFF2-40B4-BE49-F238E27FC236}">
                <a16:creationId xmlns:a16="http://schemas.microsoft.com/office/drawing/2014/main" id="{96BD0EF9-3456-C238-6B31-00F69BE892B6}"/>
              </a:ext>
            </a:extLst>
          </p:cNvPr>
          <p:cNvSpPr txBox="1">
            <a:spLocks/>
          </p:cNvSpPr>
          <p:nvPr/>
        </p:nvSpPr>
        <p:spPr>
          <a:xfrm>
            <a:off x="0" y="2132782"/>
            <a:ext cx="3408257" cy="2475436"/>
          </a:xfrm>
          <a:prstGeom prst="rect">
            <a:avLst/>
          </a:prstGeom>
          <a:solidFill>
            <a:srgbClr val="002060"/>
          </a:solidFill>
        </p:spPr>
        <p:txBody>
          <a:bodyPr anchor="ctr" anchorCtr="0"/>
          <a:lstStyle>
            <a:defPPr>
              <a:defRPr lang="en-US"/>
            </a:defPPr>
            <a:lvl1pPr fontAlgn="auto">
              <a:lnSpc>
                <a:spcPct val="90000"/>
              </a:lnSpc>
              <a:spcBef>
                <a:spcPts val="0"/>
              </a:spcBef>
              <a:spcAft>
                <a:spcPts val="0"/>
              </a:spcAft>
              <a:defRPr b="1">
                <a:solidFill>
                  <a:srgbClr val="00B0F0"/>
                </a:solidFill>
                <a:latin typeface="Aptos" panose="02110004020202020204"/>
                <a:ea typeface="Calibri" panose="020F0502020204030204" pitchFamily="34" charset="0"/>
                <a:cs typeface="Calibri" panose="020F0502020204030204" pitchFamily="34" charset="0"/>
              </a:defRPr>
            </a:lvl1pPr>
            <a:lvl2pPr marL="685800" indent="-228600" defTabSz="914400" eaLnBrk="1" latinLnBrk="0" hangingPunct="1">
              <a:lnSpc>
                <a:spcPct val="90000"/>
              </a:lnSpc>
              <a:spcBef>
                <a:spcPts val="500"/>
              </a:spcBef>
              <a:buFont typeface="Arial" panose="020B0604020202020204" pitchFamily="34" charset="0"/>
              <a:buChar char="•"/>
              <a:defRPr sz="2400">
                <a:latin typeface="Arial" panose="020B0604020202020204" pitchFamily="34" charset="0"/>
                <a:cs typeface="Arial" panose="020B0604020202020204" pitchFamily="34" charset="0"/>
              </a:defRPr>
            </a:lvl2pPr>
            <a:lvl3pPr marL="1143000" indent="-228600" defTabSz="914400" eaLnBrk="1" latinLnBrk="0" hangingPunct="1">
              <a:lnSpc>
                <a:spcPct val="90000"/>
              </a:lnSpc>
              <a:spcBef>
                <a:spcPts val="500"/>
              </a:spcBef>
              <a:buFont typeface="Arial" panose="020B0604020202020204" pitchFamily="34" charset="0"/>
              <a:buChar char="•"/>
              <a:defRPr sz="2000">
                <a:latin typeface="Arial" panose="020B0604020202020204" pitchFamily="34" charset="0"/>
                <a:cs typeface="Arial" panose="020B0604020202020204" pitchFamily="34" charset="0"/>
              </a:defRPr>
            </a:lvl3pPr>
            <a:lvl4pPr marL="1600200" indent="-228600" defTabSz="914400" eaLnBrk="1" latinLnBrk="0" hangingPunct="1">
              <a:lnSpc>
                <a:spcPct val="90000"/>
              </a:lnSpc>
              <a:spcBef>
                <a:spcPts val="500"/>
              </a:spcBef>
              <a:buFont typeface="Arial" panose="020B0604020202020204" pitchFamily="34" charset="0"/>
              <a:buChar char="•"/>
              <a:defRPr sz="1800">
                <a:latin typeface="Arial" panose="020B0604020202020204" pitchFamily="34" charset="0"/>
                <a:cs typeface="Arial" panose="020B0604020202020204" pitchFamily="34" charset="0"/>
              </a:defRPr>
            </a:lvl4pPr>
            <a:lvl5pPr marL="2057400" indent="-228600" defTabSz="914400" eaLnBrk="1" latinLnBrk="0" hangingPunct="1">
              <a:lnSpc>
                <a:spcPct val="90000"/>
              </a:lnSpc>
              <a:spcBef>
                <a:spcPts val="500"/>
              </a:spcBef>
              <a:buFont typeface="Arial" panose="020B0604020202020204" pitchFamily="34" charset="0"/>
              <a:buChar char="•"/>
              <a:defRPr sz="1800">
                <a:latin typeface="Arial" panose="020B0604020202020204" pitchFamily="34" charset="0"/>
                <a:cs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cs typeface="+mn-cs"/>
              </a:defRPr>
            </a:lvl6pPr>
            <a:lvl7pPr marL="2971800" indent="-228600">
              <a:lnSpc>
                <a:spcPct val="90000"/>
              </a:lnSpc>
              <a:spcBef>
                <a:spcPts val="500"/>
              </a:spcBef>
              <a:buFont typeface="Arial" panose="020B0604020202020204" pitchFamily="34" charset="0"/>
              <a:buChar char="•"/>
              <a:defRPr sz="1800">
                <a:latin typeface="+mn-lt"/>
                <a:cs typeface="+mn-cs"/>
              </a:defRPr>
            </a:lvl7pPr>
            <a:lvl8pPr marL="3429000" indent="-228600">
              <a:lnSpc>
                <a:spcPct val="90000"/>
              </a:lnSpc>
              <a:spcBef>
                <a:spcPts val="500"/>
              </a:spcBef>
              <a:buFont typeface="Arial" panose="020B0604020202020204" pitchFamily="34" charset="0"/>
              <a:buChar char="•"/>
              <a:defRPr sz="1800">
                <a:latin typeface="+mn-lt"/>
                <a:cs typeface="+mn-cs"/>
              </a:defRPr>
            </a:lvl8pPr>
            <a:lvl9pPr marL="3886200" indent="-228600">
              <a:lnSpc>
                <a:spcPct val="90000"/>
              </a:lnSpc>
              <a:spcBef>
                <a:spcPts val="500"/>
              </a:spcBef>
              <a:buFont typeface="Arial" panose="020B0604020202020204" pitchFamily="34" charset="0"/>
              <a:buChar char="•"/>
              <a:defRPr sz="1800">
                <a:latin typeface="+mn-lt"/>
                <a:cs typeface="+mn-cs"/>
              </a:defRPr>
            </a:lvl9pPr>
          </a:lstStyle>
          <a:p>
            <a:pPr marL="228600" marR="0" lvl="0" indent="-228600" defTabSz="914400" rtl="0" eaLnBrk="1" fontAlgn="auto" latinLnBrk="0" hangingPunct="1">
              <a:lnSpc>
                <a:spcPct val="90000"/>
              </a:lnSpc>
              <a:spcBef>
                <a:spcPts val="0"/>
              </a:spcBef>
              <a:spcAft>
                <a:spcPts val="0"/>
              </a:spcAft>
              <a:buClrTx/>
              <a:buSzTx/>
              <a:buFontTx/>
              <a:buAutoNum type="arabicPeriod"/>
              <a:tabLst/>
              <a:defRPr/>
            </a:pPr>
            <a:endParaRPr lang="en-US" sz="1050" kern="0" dirty="0">
              <a:solidFill>
                <a:schemeClr val="bg1">
                  <a:lumMod val="95000"/>
                </a:schemeClr>
              </a:solidFill>
            </a:endParaRPr>
          </a:p>
        </p:txBody>
      </p:sp>
      <p:sp>
        <p:nvSpPr>
          <p:cNvPr id="19" name="Rectangle 18">
            <a:extLst>
              <a:ext uri="{FF2B5EF4-FFF2-40B4-BE49-F238E27FC236}">
                <a16:creationId xmlns:a16="http://schemas.microsoft.com/office/drawing/2014/main" id="{6C8E1158-2350-A0AB-3158-11393AA9D4C3}"/>
              </a:ext>
            </a:extLst>
          </p:cNvPr>
          <p:cNvSpPr/>
          <p:nvPr/>
        </p:nvSpPr>
        <p:spPr>
          <a:xfrm>
            <a:off x="8609150" y="4055733"/>
            <a:ext cx="3024617" cy="482267"/>
          </a:xfrm>
          <a:prstGeom prst="rect">
            <a:avLst/>
          </a:prstGeom>
          <a:solidFill>
            <a:schemeClr val="accent4">
              <a:lumMod val="20000"/>
              <a:lumOff val="80000"/>
            </a:schemeClr>
          </a:solidFill>
          <a:ln w="12700" cap="flat" cmpd="sng" algn="ctr">
            <a:noFill/>
            <a:prstDash val="solid"/>
            <a:miter lim="800000"/>
          </a:ln>
          <a:effectLst/>
        </p:spPr>
        <p:txBody>
          <a:bodyPr tIns="182880" rtlCol="0" anchor="ctr" anchorCtr="0"/>
          <a:lstStyle/>
          <a:p>
            <a:r>
              <a:rPr lang="en-US" sz="1200" b="1" dirty="0"/>
              <a:t>AI Implementation Services</a:t>
            </a:r>
            <a:endParaRPr kumimoji="0" lang="en-US" sz="1100" b="1"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a:p>
            <a:pPr lvl="0" fontAlgn="base">
              <a:spcBef>
                <a:spcPct val="0"/>
              </a:spcBef>
              <a:spcAft>
                <a:spcPct val="0"/>
              </a:spcAft>
              <a:defRPr/>
            </a:pPr>
            <a:endParaRPr kumimoji="0" lang="en-US" sz="1100" b="0"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p:txBody>
      </p:sp>
      <p:sp>
        <p:nvSpPr>
          <p:cNvPr id="21" name="Rectangle 20">
            <a:extLst>
              <a:ext uri="{FF2B5EF4-FFF2-40B4-BE49-F238E27FC236}">
                <a16:creationId xmlns:a16="http://schemas.microsoft.com/office/drawing/2014/main" id="{CDE45349-048C-B622-1F1D-96250ED181AF}"/>
              </a:ext>
            </a:extLst>
          </p:cNvPr>
          <p:cNvSpPr/>
          <p:nvPr/>
        </p:nvSpPr>
        <p:spPr>
          <a:xfrm>
            <a:off x="0" y="0"/>
            <a:ext cx="3408257" cy="671331"/>
          </a:xfrm>
          <a:prstGeom prst="rect">
            <a:avLst/>
          </a:prstGeom>
          <a:solidFill>
            <a:schemeClr val="bg2">
              <a:lumMod val="10000"/>
            </a:schemeClr>
          </a:solidFill>
          <a:ln w="12700" cap="flat" cmpd="sng" algn="ctr">
            <a:noFill/>
            <a:prstDash val="solid"/>
            <a:miter lim="800000"/>
          </a:ln>
          <a:effectLst/>
        </p:spPr>
        <p:txBody>
          <a:bodyPr tIns="27432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chemeClr val="tx2">
                    <a:lumMod val="25000"/>
                    <a:lumOff val="75000"/>
                  </a:schemeClr>
                </a:solidFill>
                <a:effectLst/>
                <a:uLnTx/>
                <a:uFillTx/>
                <a:latin typeface="Aptos" panose="020B0004020202020204" pitchFamily="34" charset="0"/>
                <a:ea typeface="Calibri" panose="020F0502020204030204" pitchFamily="34" charset="0"/>
                <a:cs typeface="Calibri" panose="020F0502020204030204" pitchFamily="34" charset="0"/>
              </a:rPr>
              <a:t>Hyperchain Solution</a:t>
            </a:r>
          </a:p>
          <a:p>
            <a:pPr marL="0" marR="0" lvl="0" indent="0" algn="ctr" defTabSz="914400" rtl="0" eaLnBrk="1" fontAlgn="base" latinLnBrk="0" hangingPunct="1">
              <a:lnSpc>
                <a:spcPct val="100000"/>
              </a:lnSpc>
              <a:spcBef>
                <a:spcPct val="0"/>
              </a:spcBef>
              <a:spcAft>
                <a:spcPct val="0"/>
              </a:spcAft>
              <a:buClrTx/>
              <a:buSzTx/>
              <a:buFontTx/>
              <a:buNone/>
              <a:tabLst/>
              <a:defRPr/>
            </a:pPr>
            <a:endParaRPr lang="en-US" sz="1600" b="1" kern="0" dirty="0">
              <a:solidFill>
                <a:schemeClr val="tx2">
                  <a:lumMod val="25000"/>
                  <a:lumOff val="75000"/>
                </a:schemeClr>
              </a:solidFill>
              <a:latin typeface="Aptos" panose="020B0004020202020204" pitchFamily="34" charset="0"/>
              <a:ea typeface="Calibri" panose="020F0502020204030204" pitchFamily="34" charset="0"/>
              <a:cs typeface="Calibri" panose="020F0502020204030204" pitchFamily="34" charset="0"/>
            </a:endParaRPr>
          </a:p>
        </p:txBody>
      </p:sp>
      <p:sp>
        <p:nvSpPr>
          <p:cNvPr id="22" name="Rectangle 21">
            <a:extLst>
              <a:ext uri="{FF2B5EF4-FFF2-40B4-BE49-F238E27FC236}">
                <a16:creationId xmlns:a16="http://schemas.microsoft.com/office/drawing/2014/main" id="{792B8E73-9AA4-6D5A-5D4F-7D810F609CA4}"/>
              </a:ext>
            </a:extLst>
          </p:cNvPr>
          <p:cNvSpPr/>
          <p:nvPr/>
        </p:nvSpPr>
        <p:spPr>
          <a:xfrm>
            <a:off x="3576573" y="104173"/>
            <a:ext cx="1169048" cy="530072"/>
          </a:xfrm>
          <a:prstGeom prst="rect">
            <a:avLst/>
          </a:prstGeom>
          <a:noFill/>
          <a:ln w="12700" cap="flat" cmpd="sng" algn="ctr">
            <a:noFill/>
            <a:prstDash val="solid"/>
            <a:miter lim="800000"/>
          </a:ln>
          <a:effectLst/>
        </p:spPr>
        <p:txBody>
          <a:bodyPr tIns="274320"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dirty="0">
                <a:ln>
                  <a:noFill/>
                </a:ln>
                <a:effectLst/>
                <a:uLnTx/>
                <a:uFillTx/>
                <a:latin typeface="Aptos" panose="020B0004020202020204" pitchFamily="34" charset="0"/>
                <a:ea typeface="Calibri" panose="020F0502020204030204" pitchFamily="34" charset="0"/>
                <a:cs typeface="Calibri" panose="020F0502020204030204" pitchFamily="34" charset="0"/>
              </a:rPr>
              <a:t>Page 1</a:t>
            </a:r>
          </a:p>
          <a:p>
            <a:pPr marL="0" marR="0" lvl="0" indent="0" algn="l" defTabSz="914400" rtl="0" eaLnBrk="1" fontAlgn="base" latinLnBrk="0" hangingPunct="1">
              <a:lnSpc>
                <a:spcPct val="100000"/>
              </a:lnSpc>
              <a:spcBef>
                <a:spcPct val="0"/>
              </a:spcBef>
              <a:spcAft>
                <a:spcPct val="0"/>
              </a:spcAft>
              <a:buClrTx/>
              <a:buSzTx/>
              <a:buFontTx/>
              <a:buNone/>
              <a:tabLst/>
              <a:defRPr/>
            </a:pPr>
            <a:endParaRPr lang="en-US" sz="1400" b="1" kern="0" dirty="0">
              <a:latin typeface="Aptos" panose="020B0004020202020204" pitchFamily="34" charset="0"/>
              <a:ea typeface="Calibri" panose="020F050202020403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33A4DA05-F1CA-554B-4456-F49E5D6E79E6}"/>
              </a:ext>
            </a:extLst>
          </p:cNvPr>
          <p:cNvSpPr/>
          <p:nvPr/>
        </p:nvSpPr>
        <p:spPr>
          <a:xfrm>
            <a:off x="8584791" y="4969606"/>
            <a:ext cx="3024617" cy="482267"/>
          </a:xfrm>
          <a:prstGeom prst="rect">
            <a:avLst/>
          </a:prstGeom>
          <a:solidFill>
            <a:schemeClr val="accent4">
              <a:lumMod val="20000"/>
              <a:lumOff val="80000"/>
            </a:schemeClr>
          </a:solidFill>
          <a:ln w="12700" cap="flat" cmpd="sng" algn="ctr">
            <a:noFill/>
            <a:prstDash val="solid"/>
            <a:miter lim="800000"/>
          </a:ln>
          <a:effectLst/>
        </p:spPr>
        <p:txBody>
          <a:bodyPr tIns="182880" rtlCol="0" anchor="ctr" anchorCtr="0"/>
          <a:lstStyle/>
          <a:p>
            <a:r>
              <a:rPr lang="en-US" sz="1200" b="1" dirty="0"/>
              <a:t>Supply Chain Implementation Services</a:t>
            </a:r>
            <a:endParaRPr kumimoji="0" lang="en-US" sz="1100" b="1"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a:p>
            <a:pPr lvl="0" fontAlgn="base">
              <a:spcBef>
                <a:spcPct val="0"/>
              </a:spcBef>
              <a:spcAft>
                <a:spcPct val="0"/>
              </a:spcAft>
              <a:defRPr/>
            </a:pPr>
            <a:endParaRPr kumimoji="0" lang="en-US" sz="1100" b="0"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p:txBody>
      </p:sp>
      <p:cxnSp>
        <p:nvCxnSpPr>
          <p:cNvPr id="10" name="Straight Connector 9">
            <a:extLst>
              <a:ext uri="{FF2B5EF4-FFF2-40B4-BE49-F238E27FC236}">
                <a16:creationId xmlns:a16="http://schemas.microsoft.com/office/drawing/2014/main" id="{C9DE95D5-1D42-6EE8-0D02-1FD0F0B83876}"/>
              </a:ext>
            </a:extLst>
          </p:cNvPr>
          <p:cNvCxnSpPr/>
          <p:nvPr/>
        </p:nvCxnSpPr>
        <p:spPr>
          <a:xfrm>
            <a:off x="7812911" y="4363661"/>
            <a:ext cx="0" cy="844947"/>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EDAD6B6F-7A0D-B0C4-8E36-79FAE71F27AE}"/>
              </a:ext>
            </a:extLst>
          </p:cNvPr>
          <p:cNvCxnSpPr>
            <a:stCxn id="8" idx="3"/>
          </p:cNvCxnSpPr>
          <p:nvPr/>
        </p:nvCxnSpPr>
        <p:spPr>
          <a:xfrm>
            <a:off x="6905022" y="4755984"/>
            <a:ext cx="907889" cy="1211"/>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3031EBB2-2986-73B9-0474-4E025220AE0D}"/>
              </a:ext>
            </a:extLst>
          </p:cNvPr>
          <p:cNvCxnSpPr>
            <a:cxnSpLocks/>
          </p:cNvCxnSpPr>
          <p:nvPr/>
        </p:nvCxnSpPr>
        <p:spPr>
          <a:xfrm>
            <a:off x="7812911" y="4363661"/>
            <a:ext cx="79623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5EB75DF8-2974-C11E-FCD1-712E0765858E}"/>
              </a:ext>
            </a:extLst>
          </p:cNvPr>
          <p:cNvCxnSpPr>
            <a:cxnSpLocks/>
          </p:cNvCxnSpPr>
          <p:nvPr/>
        </p:nvCxnSpPr>
        <p:spPr>
          <a:xfrm>
            <a:off x="7807831" y="5208608"/>
            <a:ext cx="79623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51997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63862-7391-146C-2C57-0CE170C26B3C}"/>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B057749C-B9B2-C6D0-684E-0A15A9D6BD2E}"/>
              </a:ext>
            </a:extLst>
          </p:cNvPr>
          <p:cNvSpPr/>
          <p:nvPr/>
        </p:nvSpPr>
        <p:spPr>
          <a:xfrm>
            <a:off x="3408255" y="925569"/>
            <a:ext cx="8783744" cy="592244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CA5B083-1D3A-D8BA-A28E-CD4D8E109534}"/>
              </a:ext>
            </a:extLst>
          </p:cNvPr>
          <p:cNvSpPr txBox="1">
            <a:spLocks/>
          </p:cNvSpPr>
          <p:nvPr/>
        </p:nvSpPr>
        <p:spPr>
          <a:xfrm>
            <a:off x="5289630" y="244826"/>
            <a:ext cx="3993266" cy="396267"/>
          </a:xfrm>
          <a:prstGeom prst="rect">
            <a:avLst/>
          </a:prstGeom>
        </p:spPr>
        <p:txBody>
          <a:bodyPr anchor="ctr" anchorCtr="0"/>
          <a:lstStyle>
            <a:defPPr>
              <a:defRPr lang="en-US"/>
            </a:defPPr>
            <a:lvl1pPr fontAlgn="auto">
              <a:lnSpc>
                <a:spcPct val="90000"/>
              </a:lnSpc>
              <a:spcBef>
                <a:spcPts val="0"/>
              </a:spcBef>
              <a:spcAft>
                <a:spcPts val="0"/>
              </a:spcAft>
              <a:defRPr b="1">
                <a:solidFill>
                  <a:srgbClr val="00B0F0"/>
                </a:solidFill>
                <a:latin typeface="Aptos" panose="02110004020202020204"/>
                <a:ea typeface="Calibri" panose="020F0502020204030204" pitchFamily="34" charset="0"/>
                <a:cs typeface="Calibri" panose="020F0502020204030204" pitchFamily="34" charset="0"/>
              </a:defRPr>
            </a:lvl1pPr>
            <a:lvl2pPr marL="685800" indent="-228600" defTabSz="914400" eaLnBrk="1" latinLnBrk="0" hangingPunct="1">
              <a:lnSpc>
                <a:spcPct val="90000"/>
              </a:lnSpc>
              <a:spcBef>
                <a:spcPts val="500"/>
              </a:spcBef>
              <a:buFont typeface="Arial" panose="020B0604020202020204" pitchFamily="34" charset="0"/>
              <a:buChar char="•"/>
              <a:defRPr sz="2400">
                <a:latin typeface="Arial" panose="020B0604020202020204" pitchFamily="34" charset="0"/>
                <a:cs typeface="Arial" panose="020B0604020202020204" pitchFamily="34" charset="0"/>
              </a:defRPr>
            </a:lvl2pPr>
            <a:lvl3pPr marL="1143000" indent="-228600" defTabSz="914400" eaLnBrk="1" latinLnBrk="0" hangingPunct="1">
              <a:lnSpc>
                <a:spcPct val="90000"/>
              </a:lnSpc>
              <a:spcBef>
                <a:spcPts val="500"/>
              </a:spcBef>
              <a:buFont typeface="Arial" panose="020B0604020202020204" pitchFamily="34" charset="0"/>
              <a:buChar char="•"/>
              <a:defRPr sz="2000">
                <a:latin typeface="Arial" panose="020B0604020202020204" pitchFamily="34" charset="0"/>
                <a:cs typeface="Arial" panose="020B0604020202020204" pitchFamily="34" charset="0"/>
              </a:defRPr>
            </a:lvl3pPr>
            <a:lvl4pPr marL="1600200" indent="-228600" defTabSz="914400" eaLnBrk="1" latinLnBrk="0" hangingPunct="1">
              <a:lnSpc>
                <a:spcPct val="90000"/>
              </a:lnSpc>
              <a:spcBef>
                <a:spcPts val="500"/>
              </a:spcBef>
              <a:buFont typeface="Arial" panose="020B0604020202020204" pitchFamily="34" charset="0"/>
              <a:buChar char="•"/>
              <a:defRPr sz="1800">
                <a:latin typeface="Arial" panose="020B0604020202020204" pitchFamily="34" charset="0"/>
                <a:cs typeface="Arial" panose="020B0604020202020204" pitchFamily="34" charset="0"/>
              </a:defRPr>
            </a:lvl4pPr>
            <a:lvl5pPr marL="2057400" indent="-228600" defTabSz="914400" eaLnBrk="1" latinLnBrk="0" hangingPunct="1">
              <a:lnSpc>
                <a:spcPct val="90000"/>
              </a:lnSpc>
              <a:spcBef>
                <a:spcPts val="500"/>
              </a:spcBef>
              <a:buFont typeface="Arial" panose="020B0604020202020204" pitchFamily="34" charset="0"/>
              <a:buChar char="•"/>
              <a:defRPr sz="1800">
                <a:latin typeface="Arial" panose="020B0604020202020204" pitchFamily="34" charset="0"/>
                <a:cs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cs typeface="+mn-cs"/>
              </a:defRPr>
            </a:lvl6pPr>
            <a:lvl7pPr marL="2971800" indent="-228600">
              <a:lnSpc>
                <a:spcPct val="90000"/>
              </a:lnSpc>
              <a:spcBef>
                <a:spcPts val="500"/>
              </a:spcBef>
              <a:buFont typeface="Arial" panose="020B0604020202020204" pitchFamily="34" charset="0"/>
              <a:buChar char="•"/>
              <a:defRPr sz="1800">
                <a:latin typeface="+mn-lt"/>
                <a:cs typeface="+mn-cs"/>
              </a:defRPr>
            </a:lvl7pPr>
            <a:lvl8pPr marL="3429000" indent="-228600">
              <a:lnSpc>
                <a:spcPct val="90000"/>
              </a:lnSpc>
              <a:spcBef>
                <a:spcPts val="500"/>
              </a:spcBef>
              <a:buFont typeface="Arial" panose="020B0604020202020204" pitchFamily="34" charset="0"/>
              <a:buChar char="•"/>
              <a:defRPr sz="1800">
                <a:latin typeface="+mn-lt"/>
                <a:cs typeface="+mn-cs"/>
              </a:defRPr>
            </a:lvl8pPr>
            <a:lvl9pPr marL="3886200" indent="-228600">
              <a:lnSpc>
                <a:spcPct val="90000"/>
              </a:lnSpc>
              <a:spcBef>
                <a:spcPts val="500"/>
              </a:spcBef>
              <a:buFont typeface="Arial" panose="020B0604020202020204" pitchFamily="34" charset="0"/>
              <a:buChar char="•"/>
              <a:defRPr sz="1800">
                <a:latin typeface="+mn-lt"/>
                <a:cs typeface="+mn-cs"/>
              </a:defRPr>
            </a:lvl9pPr>
          </a:lstStyle>
          <a:p>
            <a:pPr lvl="0" algn="ctr">
              <a:defRPr/>
            </a:pPr>
            <a:r>
              <a:rPr lang="en-US" kern="0" dirty="0"/>
              <a:t>Our Service Offerings</a:t>
            </a:r>
          </a:p>
        </p:txBody>
      </p:sp>
      <p:sp>
        <p:nvSpPr>
          <p:cNvPr id="3" name="Rectangle 2">
            <a:extLst>
              <a:ext uri="{FF2B5EF4-FFF2-40B4-BE49-F238E27FC236}">
                <a16:creationId xmlns:a16="http://schemas.microsoft.com/office/drawing/2014/main" id="{6053E904-65D4-E3E9-B3ED-678AA01C6D77}"/>
              </a:ext>
            </a:extLst>
          </p:cNvPr>
          <p:cNvSpPr/>
          <p:nvPr/>
        </p:nvSpPr>
        <p:spPr>
          <a:xfrm>
            <a:off x="3408255" y="926569"/>
            <a:ext cx="8783742" cy="835313"/>
          </a:xfrm>
          <a:prstGeom prst="rect">
            <a:avLst/>
          </a:prstGeom>
          <a:solidFill>
            <a:schemeClr val="bg1">
              <a:lumMod val="85000"/>
            </a:schemeClr>
          </a:solidFill>
          <a:ln w="12700" cap="flat" cmpd="sng" algn="ctr">
            <a:noFill/>
            <a:prstDash val="solid"/>
            <a:miter lim="800000"/>
          </a:ln>
          <a:effectLst/>
        </p:spPr>
        <p:txBody>
          <a:bodyPr tIns="182880" rtlCol="0" anchor="t" anchorCtr="0"/>
          <a:lstStyle/>
          <a:p>
            <a:r>
              <a:rPr lang="en-US" sz="1100" dirty="0"/>
              <a:t>With our strategic focus on clinical data that drives supply chain, Hyperchain Solution guides enterprises through </a:t>
            </a:r>
            <a:r>
              <a:rPr lang="en-US" sz="1100" b="1" dirty="0"/>
              <a:t>transformations that generates measurable and sustainable impact.</a:t>
            </a:r>
            <a:endParaRPr lang="en-US" sz="1100" dirty="0"/>
          </a:p>
        </p:txBody>
      </p:sp>
      <p:sp>
        <p:nvSpPr>
          <p:cNvPr id="7" name="Rectangle 6">
            <a:extLst>
              <a:ext uri="{FF2B5EF4-FFF2-40B4-BE49-F238E27FC236}">
                <a16:creationId xmlns:a16="http://schemas.microsoft.com/office/drawing/2014/main" id="{E0357260-7EF3-23A0-5EAE-350BCFCD830C}"/>
              </a:ext>
            </a:extLst>
          </p:cNvPr>
          <p:cNvSpPr/>
          <p:nvPr/>
        </p:nvSpPr>
        <p:spPr>
          <a:xfrm>
            <a:off x="-4" y="925570"/>
            <a:ext cx="3408256" cy="671330"/>
          </a:xfrm>
          <a:prstGeom prst="rect">
            <a:avLst/>
          </a:prstGeom>
          <a:solidFill>
            <a:srgbClr val="00B0F0"/>
          </a:solidFill>
          <a:ln w="12700" cap="flat" cmpd="sng" algn="ctr">
            <a:noFill/>
            <a:prstDash val="solid"/>
            <a:miter lim="800000"/>
          </a:ln>
          <a:effectLst/>
        </p:spPr>
        <p:txBody>
          <a:bodyPr tIns="0" rtlCol="0" anchor="ctr"/>
          <a:lstStyle/>
          <a:p>
            <a:pPr fontAlgn="base">
              <a:spcBef>
                <a:spcPct val="0"/>
              </a:spcBef>
              <a:spcAft>
                <a:spcPct val="0"/>
              </a:spcAft>
            </a:pPr>
            <a:r>
              <a:rPr lang="en-US" sz="1400" b="1" dirty="0">
                <a:solidFill>
                  <a:schemeClr val="bg1"/>
                </a:solidFill>
              </a:rPr>
              <a:t>Tagline – </a:t>
            </a:r>
          </a:p>
          <a:p>
            <a:pPr fontAlgn="base">
              <a:spcBef>
                <a:spcPct val="0"/>
              </a:spcBef>
              <a:spcAft>
                <a:spcPct val="0"/>
              </a:spcAft>
            </a:pPr>
            <a:r>
              <a:rPr lang="en-US" sz="1400" b="1" dirty="0">
                <a:solidFill>
                  <a:schemeClr val="bg1"/>
                </a:solidFill>
              </a:rPr>
              <a:t>Engineering your Supply Chain data</a:t>
            </a:r>
            <a:endParaRPr lang="en-US" sz="1400" b="1" kern="0" dirty="0">
              <a:solidFill>
                <a:schemeClr val="bg1"/>
              </a:solidFill>
              <a:latin typeface="Aptos" panose="020B0004020202020204" pitchFamily="34" charset="0"/>
              <a:ea typeface="Calibri" panose="020F0502020204030204" pitchFamily="34" charset="0"/>
              <a:cs typeface="Calibri" panose="020F0502020204030204" pitchFamily="34" charset="0"/>
            </a:endParaRPr>
          </a:p>
        </p:txBody>
      </p:sp>
      <p:pic>
        <p:nvPicPr>
          <p:cNvPr id="13" name="Picture 12">
            <a:extLst>
              <a:ext uri="{FF2B5EF4-FFF2-40B4-BE49-F238E27FC236}">
                <a16:creationId xmlns:a16="http://schemas.microsoft.com/office/drawing/2014/main" id="{C4C9C17F-BEE2-3CBA-6649-C2B49E65C631}"/>
              </a:ext>
            </a:extLst>
          </p:cNvPr>
          <p:cNvPicPr>
            <a:picLocks noChangeAspect="1"/>
          </p:cNvPicPr>
          <p:nvPr/>
        </p:nvPicPr>
        <p:blipFill>
          <a:blip r:embed="rId3"/>
          <a:stretch>
            <a:fillRect/>
          </a:stretch>
        </p:blipFill>
        <p:spPr>
          <a:xfrm>
            <a:off x="0" y="4608138"/>
            <a:ext cx="3408257" cy="2249862"/>
          </a:xfrm>
          <a:prstGeom prst="rect">
            <a:avLst/>
          </a:prstGeom>
        </p:spPr>
      </p:pic>
      <p:sp>
        <p:nvSpPr>
          <p:cNvPr id="6" name="Rectangle 5">
            <a:extLst>
              <a:ext uri="{FF2B5EF4-FFF2-40B4-BE49-F238E27FC236}">
                <a16:creationId xmlns:a16="http://schemas.microsoft.com/office/drawing/2014/main" id="{E5FD0A96-E1E8-79D1-B1BA-E72FEC8FA047}"/>
              </a:ext>
            </a:extLst>
          </p:cNvPr>
          <p:cNvSpPr/>
          <p:nvPr/>
        </p:nvSpPr>
        <p:spPr>
          <a:xfrm>
            <a:off x="3408255" y="1780190"/>
            <a:ext cx="8783742" cy="5067824"/>
          </a:xfrm>
          <a:prstGeom prst="rect">
            <a:avLst/>
          </a:prstGeom>
          <a:solidFill>
            <a:schemeClr val="accent4">
              <a:lumMod val="20000"/>
              <a:lumOff val="80000"/>
            </a:schemeClr>
          </a:solidFill>
          <a:ln w="12700" cap="flat" cmpd="sng" algn="ctr">
            <a:noFill/>
            <a:prstDash val="solid"/>
            <a:miter lim="800000"/>
          </a:ln>
          <a:effectLst/>
        </p:spPr>
        <p:txBody>
          <a:bodyPr tIns="182880" rtlCol="0" anchor="t" anchorCtr="0"/>
          <a:lstStyle/>
          <a:p>
            <a:r>
              <a:rPr lang="en-US" dirty="0"/>
              <a:t>Key Areas of Expertise – </a:t>
            </a:r>
            <a:r>
              <a:rPr lang="en-US" b="1" dirty="0"/>
              <a:t>Supply Chain Advisory Services</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1"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a:p>
            <a:pPr lvl="0" fontAlgn="base">
              <a:spcBef>
                <a:spcPct val="0"/>
              </a:spcBef>
              <a:spcAft>
                <a:spcPct val="0"/>
              </a:spcAft>
              <a:defRPr/>
            </a:pPr>
            <a:endParaRPr kumimoji="0" lang="en-US" sz="1100" b="0"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p:txBody>
      </p:sp>
      <p:sp>
        <p:nvSpPr>
          <p:cNvPr id="15" name="Title 1">
            <a:extLst>
              <a:ext uri="{FF2B5EF4-FFF2-40B4-BE49-F238E27FC236}">
                <a16:creationId xmlns:a16="http://schemas.microsoft.com/office/drawing/2014/main" id="{23C45938-76F4-E28F-8FCA-DEF9C38E1D43}"/>
              </a:ext>
            </a:extLst>
          </p:cNvPr>
          <p:cNvSpPr txBox="1">
            <a:spLocks/>
          </p:cNvSpPr>
          <p:nvPr/>
        </p:nvSpPr>
        <p:spPr>
          <a:xfrm>
            <a:off x="-4" y="2071514"/>
            <a:ext cx="3408257" cy="396267"/>
          </a:xfrm>
          <a:prstGeom prst="rect">
            <a:avLst/>
          </a:prstGeom>
          <a:solidFill>
            <a:srgbClr val="002060"/>
          </a:solidFill>
        </p:spPr>
        <p:txBody>
          <a:bodyPr anchor="ctr" anchorCtr="0"/>
          <a:lstStyle>
            <a:defPPr>
              <a:defRPr lang="en-US"/>
            </a:defPPr>
            <a:lvl1pPr fontAlgn="auto">
              <a:lnSpc>
                <a:spcPct val="90000"/>
              </a:lnSpc>
              <a:spcBef>
                <a:spcPts val="0"/>
              </a:spcBef>
              <a:spcAft>
                <a:spcPts val="0"/>
              </a:spcAft>
              <a:defRPr b="1">
                <a:solidFill>
                  <a:srgbClr val="00B0F0"/>
                </a:solidFill>
                <a:latin typeface="Aptos" panose="02110004020202020204"/>
                <a:ea typeface="Calibri" panose="020F0502020204030204" pitchFamily="34" charset="0"/>
                <a:cs typeface="Calibri" panose="020F0502020204030204" pitchFamily="34" charset="0"/>
              </a:defRPr>
            </a:lvl1pPr>
            <a:lvl2pPr marL="685800" indent="-228600" defTabSz="914400" eaLnBrk="1" latinLnBrk="0" hangingPunct="1">
              <a:lnSpc>
                <a:spcPct val="90000"/>
              </a:lnSpc>
              <a:spcBef>
                <a:spcPts val="500"/>
              </a:spcBef>
              <a:buFont typeface="Arial" panose="020B0604020202020204" pitchFamily="34" charset="0"/>
              <a:buChar char="•"/>
              <a:defRPr sz="2400">
                <a:latin typeface="Arial" panose="020B0604020202020204" pitchFamily="34" charset="0"/>
                <a:cs typeface="Arial" panose="020B0604020202020204" pitchFamily="34" charset="0"/>
              </a:defRPr>
            </a:lvl2pPr>
            <a:lvl3pPr marL="1143000" indent="-228600" defTabSz="914400" eaLnBrk="1" latinLnBrk="0" hangingPunct="1">
              <a:lnSpc>
                <a:spcPct val="90000"/>
              </a:lnSpc>
              <a:spcBef>
                <a:spcPts val="500"/>
              </a:spcBef>
              <a:buFont typeface="Arial" panose="020B0604020202020204" pitchFamily="34" charset="0"/>
              <a:buChar char="•"/>
              <a:defRPr sz="2000">
                <a:latin typeface="Arial" panose="020B0604020202020204" pitchFamily="34" charset="0"/>
                <a:cs typeface="Arial" panose="020B0604020202020204" pitchFamily="34" charset="0"/>
              </a:defRPr>
            </a:lvl3pPr>
            <a:lvl4pPr marL="1600200" indent="-228600" defTabSz="914400" eaLnBrk="1" latinLnBrk="0" hangingPunct="1">
              <a:lnSpc>
                <a:spcPct val="90000"/>
              </a:lnSpc>
              <a:spcBef>
                <a:spcPts val="500"/>
              </a:spcBef>
              <a:buFont typeface="Arial" panose="020B0604020202020204" pitchFamily="34" charset="0"/>
              <a:buChar char="•"/>
              <a:defRPr sz="1800">
                <a:latin typeface="Arial" panose="020B0604020202020204" pitchFamily="34" charset="0"/>
                <a:cs typeface="Arial" panose="020B0604020202020204" pitchFamily="34" charset="0"/>
              </a:defRPr>
            </a:lvl4pPr>
            <a:lvl5pPr marL="2057400" indent="-228600" defTabSz="914400" eaLnBrk="1" latinLnBrk="0" hangingPunct="1">
              <a:lnSpc>
                <a:spcPct val="90000"/>
              </a:lnSpc>
              <a:spcBef>
                <a:spcPts val="500"/>
              </a:spcBef>
              <a:buFont typeface="Arial" panose="020B0604020202020204" pitchFamily="34" charset="0"/>
              <a:buChar char="•"/>
              <a:defRPr sz="1800">
                <a:latin typeface="Arial" panose="020B0604020202020204" pitchFamily="34" charset="0"/>
                <a:cs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cs typeface="+mn-cs"/>
              </a:defRPr>
            </a:lvl6pPr>
            <a:lvl7pPr marL="2971800" indent="-228600">
              <a:lnSpc>
                <a:spcPct val="90000"/>
              </a:lnSpc>
              <a:spcBef>
                <a:spcPts val="500"/>
              </a:spcBef>
              <a:buFont typeface="Arial" panose="020B0604020202020204" pitchFamily="34" charset="0"/>
              <a:buChar char="•"/>
              <a:defRPr sz="1800">
                <a:latin typeface="+mn-lt"/>
                <a:cs typeface="+mn-cs"/>
              </a:defRPr>
            </a:lvl7pPr>
            <a:lvl8pPr marL="3429000" indent="-228600">
              <a:lnSpc>
                <a:spcPct val="90000"/>
              </a:lnSpc>
              <a:spcBef>
                <a:spcPts val="500"/>
              </a:spcBef>
              <a:buFont typeface="Arial" panose="020B0604020202020204" pitchFamily="34" charset="0"/>
              <a:buChar char="•"/>
              <a:defRPr sz="1800">
                <a:latin typeface="+mn-lt"/>
                <a:cs typeface="+mn-cs"/>
              </a:defRPr>
            </a:lvl8pPr>
            <a:lvl9pPr marL="3886200" indent="-228600">
              <a:lnSpc>
                <a:spcPct val="90000"/>
              </a:lnSpc>
              <a:spcBef>
                <a:spcPts val="500"/>
              </a:spcBef>
              <a:buFont typeface="Arial" panose="020B0604020202020204" pitchFamily="34" charset="0"/>
              <a:buChar char="•"/>
              <a:defRPr sz="1800">
                <a:latin typeface="+mn-lt"/>
                <a:cs typeface="+mn-cs"/>
              </a:defRPr>
            </a:lvl9pPr>
          </a:lstStyle>
          <a:p>
            <a:pPr marL="0" marR="0" lvl="0" indent="0" defTabSz="914400" rtl="0" eaLnBrk="1" fontAlgn="auto" latinLnBrk="0" hangingPunct="1">
              <a:lnSpc>
                <a:spcPct val="90000"/>
              </a:lnSpc>
              <a:spcBef>
                <a:spcPts val="0"/>
              </a:spcBef>
              <a:spcAft>
                <a:spcPts val="0"/>
              </a:spcAft>
              <a:buClrTx/>
              <a:buSzTx/>
              <a:buFontTx/>
              <a:buNone/>
              <a:tabLst/>
              <a:defRPr/>
            </a:pPr>
            <a:r>
              <a:rPr lang="en-US" sz="1050" kern="0" dirty="0">
                <a:solidFill>
                  <a:schemeClr val="bg1">
                    <a:lumMod val="95000"/>
                  </a:schemeClr>
                </a:solidFill>
              </a:rPr>
              <a:t>Implementation Partners</a:t>
            </a:r>
            <a:endParaRPr kumimoji="0" sz="1050" b="1" i="0" u="none" strike="noStrike" kern="0" cap="none" spc="0" normalizeH="0" baseline="0" noProof="0" dirty="0">
              <a:ln>
                <a:noFill/>
              </a:ln>
              <a:solidFill>
                <a:schemeClr val="bg1">
                  <a:lumMod val="95000"/>
                </a:schemeClr>
              </a:solidFill>
              <a:effectLst/>
              <a:uLnTx/>
              <a:uFillTx/>
              <a:latin typeface="Aptos" panose="02110004020202020204"/>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8B059E76-B83D-91D2-42AE-D603A260A982}"/>
              </a:ext>
            </a:extLst>
          </p:cNvPr>
          <p:cNvSpPr txBox="1"/>
          <p:nvPr/>
        </p:nvSpPr>
        <p:spPr>
          <a:xfrm>
            <a:off x="3527304" y="2306320"/>
            <a:ext cx="8469257" cy="3897707"/>
          </a:xfrm>
          <a:prstGeom prst="rect">
            <a:avLst/>
          </a:prstGeom>
          <a:solidFill>
            <a:schemeClr val="bg1">
              <a:lumMod val="95000"/>
            </a:schemeClr>
          </a:solidFill>
        </p:spPr>
        <p:txBody>
          <a:bodyPr wrap="square" tIns="45720">
            <a:noAutofit/>
          </a:bodyPr>
          <a:lstStyle/>
          <a:p>
            <a:endParaRPr lang="en-US" sz="1000" b="1" i="0" dirty="0">
              <a:solidFill>
                <a:srgbClr val="212934"/>
              </a:solidFill>
              <a:effectLst/>
              <a:latin typeface="Aptos" panose="020B0004020202020204" pitchFamily="34" charset="0"/>
            </a:endParaRPr>
          </a:p>
          <a:p>
            <a:r>
              <a:rPr lang="en-US" sz="1400" b="1" i="0" dirty="0">
                <a:solidFill>
                  <a:srgbClr val="002060"/>
                </a:solidFill>
                <a:effectLst/>
                <a:latin typeface="Aptos" panose="020B0004020202020204" pitchFamily="34" charset="0"/>
              </a:rPr>
              <a:t>Supply Chain Advisory Services</a:t>
            </a:r>
            <a:r>
              <a:rPr lang="en-US" sz="1400" b="1" dirty="0">
                <a:solidFill>
                  <a:srgbClr val="002060"/>
                </a:solidFill>
                <a:latin typeface="Aptos" panose="020B0004020202020204" pitchFamily="34" charset="0"/>
              </a:rPr>
              <a:t>:</a:t>
            </a:r>
            <a:endParaRPr lang="en-US" sz="1400" b="1" i="0" dirty="0">
              <a:solidFill>
                <a:srgbClr val="002060"/>
              </a:solidFill>
              <a:effectLst/>
              <a:latin typeface="Aptos" panose="020B0004020202020204" pitchFamily="34" charset="0"/>
            </a:endParaRPr>
          </a:p>
          <a:p>
            <a:endParaRPr lang="en-US" sz="1000" dirty="0">
              <a:solidFill>
                <a:srgbClr val="212934"/>
              </a:solidFill>
              <a:latin typeface="Aptos" panose="020B0004020202020204" pitchFamily="34" charset="0"/>
            </a:endParaRPr>
          </a:p>
          <a:p>
            <a:endParaRPr lang="en-US" sz="1200" dirty="0">
              <a:solidFill>
                <a:srgbClr val="212934"/>
              </a:solidFill>
              <a:latin typeface="Aptos" panose="020B0004020202020204" pitchFamily="34" charset="0"/>
            </a:endParaRPr>
          </a:p>
          <a:p>
            <a:endParaRPr lang="en-US" sz="1200" dirty="0">
              <a:solidFill>
                <a:srgbClr val="212934"/>
              </a:solidFill>
              <a:latin typeface="Aptos" panose="020B0004020202020204" pitchFamily="34" charset="0"/>
            </a:endParaRPr>
          </a:p>
          <a:p>
            <a:endParaRPr lang="en-US" sz="1200" dirty="0">
              <a:solidFill>
                <a:srgbClr val="212934"/>
              </a:solidFill>
              <a:latin typeface="Aptos" panose="020B0004020202020204" pitchFamily="34" charset="0"/>
            </a:endParaRPr>
          </a:p>
          <a:p>
            <a:endParaRPr lang="en-US" sz="1200" dirty="0">
              <a:solidFill>
                <a:srgbClr val="212934"/>
              </a:solidFill>
              <a:latin typeface="Aptos" panose="020B0004020202020204" pitchFamily="34" charset="0"/>
            </a:endParaRPr>
          </a:p>
          <a:p>
            <a:endParaRPr lang="en-US" sz="1200" dirty="0">
              <a:solidFill>
                <a:srgbClr val="212934"/>
              </a:solidFill>
              <a:latin typeface="Aptos" panose="020B0004020202020204" pitchFamily="34" charset="0"/>
            </a:endParaRPr>
          </a:p>
          <a:p>
            <a:endParaRPr lang="en-US" sz="1200" dirty="0">
              <a:solidFill>
                <a:srgbClr val="212934"/>
              </a:solidFill>
              <a:latin typeface="Aptos" panose="020B0004020202020204" pitchFamily="34" charset="0"/>
            </a:endParaRPr>
          </a:p>
          <a:p>
            <a:endParaRPr lang="en-US" sz="1200" dirty="0">
              <a:solidFill>
                <a:srgbClr val="212934"/>
              </a:solidFill>
              <a:latin typeface="Aptos" panose="020B0004020202020204" pitchFamily="34" charset="0"/>
            </a:endParaRPr>
          </a:p>
          <a:p>
            <a:endParaRPr lang="en-US" sz="1200" dirty="0">
              <a:solidFill>
                <a:srgbClr val="212934"/>
              </a:solidFill>
              <a:latin typeface="Aptos" panose="020B0004020202020204" pitchFamily="34" charset="0"/>
            </a:endParaRPr>
          </a:p>
          <a:p>
            <a:endParaRPr lang="en-US" sz="1200" b="1" dirty="0">
              <a:solidFill>
                <a:srgbClr val="0070C0"/>
              </a:solidFill>
              <a:latin typeface="Aptos" panose="020B0004020202020204" pitchFamily="34" charset="0"/>
            </a:endParaRPr>
          </a:p>
          <a:p>
            <a:endParaRPr lang="en-US" sz="1200" b="1" dirty="0">
              <a:solidFill>
                <a:srgbClr val="0070C0"/>
              </a:solidFill>
              <a:latin typeface="Aptos" panose="020B0004020202020204" pitchFamily="34" charset="0"/>
            </a:endParaRPr>
          </a:p>
          <a:p>
            <a:endParaRPr lang="en-US" sz="1200" b="1" dirty="0">
              <a:solidFill>
                <a:srgbClr val="0070C0"/>
              </a:solidFill>
              <a:latin typeface="Aptos" panose="020B0004020202020204" pitchFamily="34" charset="0"/>
            </a:endParaRPr>
          </a:p>
          <a:p>
            <a:endParaRPr lang="en-US" sz="1200" b="1" dirty="0">
              <a:solidFill>
                <a:srgbClr val="0070C0"/>
              </a:solidFill>
              <a:latin typeface="Aptos" panose="020B0004020202020204" pitchFamily="34" charset="0"/>
            </a:endParaRPr>
          </a:p>
          <a:p>
            <a:r>
              <a:rPr lang="en-US" sz="1200" b="1" dirty="0">
                <a:solidFill>
                  <a:srgbClr val="0070C0"/>
                </a:solidFill>
                <a:latin typeface="Aptos" panose="020B0004020202020204" pitchFamily="34" charset="0"/>
              </a:rPr>
              <a:t>Book a Discovery call </a:t>
            </a:r>
            <a:r>
              <a:rPr lang="en-US" sz="1200" b="1" dirty="0">
                <a:solidFill>
                  <a:srgbClr val="212934"/>
                </a:solidFill>
                <a:latin typeface="Aptos" panose="020B0004020202020204" pitchFamily="34" charset="0"/>
              </a:rPr>
              <a:t>with us to learn more about -</a:t>
            </a:r>
          </a:p>
          <a:p>
            <a:pPr marL="171450" indent="-171450">
              <a:buFont typeface="Aptos" panose="020B0004020202020204" pitchFamily="34" charset="0"/>
              <a:buChar char="›"/>
            </a:pPr>
            <a:endParaRPr lang="en-US" sz="1000" dirty="0">
              <a:solidFill>
                <a:srgbClr val="212934"/>
              </a:solidFill>
              <a:latin typeface="Aptos" panose="020B0004020202020204" pitchFamily="34" charset="0"/>
            </a:endParaRPr>
          </a:p>
          <a:p>
            <a:pPr marL="171450" indent="-171450">
              <a:buFont typeface="Aptos" panose="020B0004020202020204" pitchFamily="34" charset="0"/>
              <a:buChar char="›"/>
            </a:pPr>
            <a:r>
              <a:rPr lang="en-US" sz="1000" dirty="0">
                <a:solidFill>
                  <a:srgbClr val="212934"/>
                </a:solidFill>
                <a:latin typeface="Aptos" panose="020B0004020202020204" pitchFamily="34" charset="0"/>
              </a:rPr>
              <a:t>How can we optimize our inventory levels to meet customer demand without tying up excessive capital in stock?</a:t>
            </a:r>
          </a:p>
          <a:p>
            <a:pPr marL="171450" indent="-171450">
              <a:buFont typeface="Aptos" panose="020B0004020202020204" pitchFamily="34" charset="0"/>
              <a:buChar char="›"/>
            </a:pPr>
            <a:r>
              <a:rPr lang="en-US" sz="1000" dirty="0">
                <a:solidFill>
                  <a:srgbClr val="212934"/>
                </a:solidFill>
                <a:latin typeface="Aptos" panose="020B0004020202020204" pitchFamily="34" charset="0"/>
              </a:rPr>
              <a:t>What technologies and processes can we help you adopt to achieve real-time end-to end visibility of working capital locked in your supply chain across Plan-Source-Make-Deliver?</a:t>
            </a:r>
          </a:p>
          <a:p>
            <a:pPr marL="171450" indent="-171450">
              <a:buFont typeface="Aptos" panose="020B0004020202020204" pitchFamily="34" charset="0"/>
              <a:buChar char="›"/>
            </a:pPr>
            <a:r>
              <a:rPr lang="en-US" sz="1000" dirty="0">
                <a:solidFill>
                  <a:srgbClr val="212934"/>
                </a:solidFill>
                <a:latin typeface="Aptos" panose="020B0004020202020204" pitchFamily="34" charset="0"/>
              </a:rPr>
              <a:t>How can we improve your statistical models to better predict consumer demand, and drive your MOQs to plants or suppliers? </a:t>
            </a:r>
          </a:p>
          <a:p>
            <a:pPr marL="171450" indent="-171450">
              <a:buFont typeface="Aptos" panose="020B0004020202020204" pitchFamily="34" charset="0"/>
              <a:buChar char="›"/>
            </a:pPr>
            <a:endParaRPr lang="en-US" sz="1000" dirty="0">
              <a:latin typeface="Aptos" panose="020B0004020202020204" pitchFamily="34" charset="0"/>
            </a:endParaRPr>
          </a:p>
        </p:txBody>
      </p:sp>
      <p:pic>
        <p:nvPicPr>
          <p:cNvPr id="12" name="Picture 11">
            <a:extLst>
              <a:ext uri="{FF2B5EF4-FFF2-40B4-BE49-F238E27FC236}">
                <a16:creationId xmlns:a16="http://schemas.microsoft.com/office/drawing/2014/main" id="{6D160A4B-741C-F469-FBD7-B043AE628988}"/>
              </a:ext>
            </a:extLst>
          </p:cNvPr>
          <p:cNvPicPr>
            <a:picLocks noChangeAspect="1"/>
          </p:cNvPicPr>
          <p:nvPr/>
        </p:nvPicPr>
        <p:blipFill>
          <a:blip r:embed="rId4"/>
          <a:stretch>
            <a:fillRect/>
          </a:stretch>
        </p:blipFill>
        <p:spPr>
          <a:xfrm>
            <a:off x="28979" y="2633443"/>
            <a:ext cx="814508" cy="372110"/>
          </a:xfrm>
          <a:prstGeom prst="rect">
            <a:avLst/>
          </a:prstGeom>
        </p:spPr>
      </p:pic>
      <p:pic>
        <p:nvPicPr>
          <p:cNvPr id="18" name="Picture 17">
            <a:extLst>
              <a:ext uri="{FF2B5EF4-FFF2-40B4-BE49-F238E27FC236}">
                <a16:creationId xmlns:a16="http://schemas.microsoft.com/office/drawing/2014/main" id="{15C05ED8-F65F-22E6-6983-82F356EC3103}"/>
              </a:ext>
            </a:extLst>
          </p:cNvPr>
          <p:cNvPicPr>
            <a:picLocks noChangeAspect="1"/>
          </p:cNvPicPr>
          <p:nvPr/>
        </p:nvPicPr>
        <p:blipFill>
          <a:blip r:embed="rId5"/>
          <a:stretch>
            <a:fillRect/>
          </a:stretch>
        </p:blipFill>
        <p:spPr>
          <a:xfrm>
            <a:off x="1008279" y="2633892"/>
            <a:ext cx="1268738" cy="388057"/>
          </a:xfrm>
          <a:prstGeom prst="rect">
            <a:avLst/>
          </a:prstGeom>
        </p:spPr>
      </p:pic>
      <p:pic>
        <p:nvPicPr>
          <p:cNvPr id="20" name="Picture 19">
            <a:extLst>
              <a:ext uri="{FF2B5EF4-FFF2-40B4-BE49-F238E27FC236}">
                <a16:creationId xmlns:a16="http://schemas.microsoft.com/office/drawing/2014/main" id="{626746D6-A783-8BD1-AC88-7791FE3DC4B1}"/>
              </a:ext>
            </a:extLst>
          </p:cNvPr>
          <p:cNvPicPr>
            <a:picLocks noChangeAspect="1"/>
          </p:cNvPicPr>
          <p:nvPr/>
        </p:nvPicPr>
        <p:blipFill>
          <a:blip r:embed="rId6"/>
          <a:stretch>
            <a:fillRect/>
          </a:stretch>
        </p:blipFill>
        <p:spPr>
          <a:xfrm>
            <a:off x="28979" y="3177610"/>
            <a:ext cx="814508" cy="236022"/>
          </a:xfrm>
          <a:prstGeom prst="rect">
            <a:avLst/>
          </a:prstGeom>
        </p:spPr>
      </p:pic>
      <p:pic>
        <p:nvPicPr>
          <p:cNvPr id="22" name="Picture 21">
            <a:extLst>
              <a:ext uri="{FF2B5EF4-FFF2-40B4-BE49-F238E27FC236}">
                <a16:creationId xmlns:a16="http://schemas.microsoft.com/office/drawing/2014/main" id="{4745E915-36E0-6CEE-0F09-8DCC29C3AB8F}"/>
              </a:ext>
            </a:extLst>
          </p:cNvPr>
          <p:cNvPicPr>
            <a:picLocks noChangeAspect="1"/>
          </p:cNvPicPr>
          <p:nvPr/>
        </p:nvPicPr>
        <p:blipFill>
          <a:blip r:embed="rId7"/>
          <a:stretch>
            <a:fillRect/>
          </a:stretch>
        </p:blipFill>
        <p:spPr>
          <a:xfrm>
            <a:off x="2396067" y="2633443"/>
            <a:ext cx="898750" cy="396267"/>
          </a:xfrm>
          <a:prstGeom prst="rect">
            <a:avLst/>
          </a:prstGeom>
        </p:spPr>
      </p:pic>
      <p:pic>
        <p:nvPicPr>
          <p:cNvPr id="24" name="Picture 23">
            <a:extLst>
              <a:ext uri="{FF2B5EF4-FFF2-40B4-BE49-F238E27FC236}">
                <a16:creationId xmlns:a16="http://schemas.microsoft.com/office/drawing/2014/main" id="{0A88D3EE-2CEC-E1CA-9CB7-940F02E5F20D}"/>
              </a:ext>
            </a:extLst>
          </p:cNvPr>
          <p:cNvPicPr>
            <a:picLocks noChangeAspect="1"/>
          </p:cNvPicPr>
          <p:nvPr/>
        </p:nvPicPr>
        <p:blipFill>
          <a:blip r:embed="rId8"/>
          <a:stretch>
            <a:fillRect/>
          </a:stretch>
        </p:blipFill>
        <p:spPr>
          <a:xfrm>
            <a:off x="1098349" y="3122846"/>
            <a:ext cx="876376" cy="304827"/>
          </a:xfrm>
          <a:prstGeom prst="rect">
            <a:avLst/>
          </a:prstGeom>
        </p:spPr>
      </p:pic>
      <p:pic>
        <p:nvPicPr>
          <p:cNvPr id="26" name="Picture 25">
            <a:extLst>
              <a:ext uri="{FF2B5EF4-FFF2-40B4-BE49-F238E27FC236}">
                <a16:creationId xmlns:a16="http://schemas.microsoft.com/office/drawing/2014/main" id="{1FB0B9BB-669E-831B-2FDD-F4D96684120C}"/>
              </a:ext>
            </a:extLst>
          </p:cNvPr>
          <p:cNvPicPr>
            <a:picLocks noChangeAspect="1"/>
          </p:cNvPicPr>
          <p:nvPr/>
        </p:nvPicPr>
        <p:blipFill>
          <a:blip r:embed="rId9"/>
          <a:stretch>
            <a:fillRect/>
          </a:stretch>
        </p:blipFill>
        <p:spPr>
          <a:xfrm>
            <a:off x="2396067" y="3078067"/>
            <a:ext cx="624925" cy="409282"/>
          </a:xfrm>
          <a:prstGeom prst="rect">
            <a:avLst/>
          </a:prstGeom>
        </p:spPr>
      </p:pic>
      <p:pic>
        <p:nvPicPr>
          <p:cNvPr id="28" name="Picture 27">
            <a:extLst>
              <a:ext uri="{FF2B5EF4-FFF2-40B4-BE49-F238E27FC236}">
                <a16:creationId xmlns:a16="http://schemas.microsoft.com/office/drawing/2014/main" id="{E8139CAB-0007-695A-2028-41B2F697BC80}"/>
              </a:ext>
            </a:extLst>
          </p:cNvPr>
          <p:cNvPicPr>
            <a:picLocks noChangeAspect="1"/>
          </p:cNvPicPr>
          <p:nvPr/>
        </p:nvPicPr>
        <p:blipFill>
          <a:blip r:embed="rId10"/>
          <a:stretch>
            <a:fillRect/>
          </a:stretch>
        </p:blipFill>
        <p:spPr>
          <a:xfrm>
            <a:off x="218588" y="3583751"/>
            <a:ext cx="802075" cy="462458"/>
          </a:xfrm>
          <a:prstGeom prst="rect">
            <a:avLst/>
          </a:prstGeom>
        </p:spPr>
      </p:pic>
      <p:pic>
        <p:nvPicPr>
          <p:cNvPr id="30" name="Picture 29">
            <a:extLst>
              <a:ext uri="{FF2B5EF4-FFF2-40B4-BE49-F238E27FC236}">
                <a16:creationId xmlns:a16="http://schemas.microsoft.com/office/drawing/2014/main" id="{EF7F49C0-797A-7445-5EF1-08A7E78F9FCC}"/>
              </a:ext>
            </a:extLst>
          </p:cNvPr>
          <p:cNvPicPr>
            <a:picLocks noChangeAspect="1"/>
          </p:cNvPicPr>
          <p:nvPr/>
        </p:nvPicPr>
        <p:blipFill>
          <a:blip r:embed="rId11"/>
          <a:stretch>
            <a:fillRect/>
          </a:stretch>
        </p:blipFill>
        <p:spPr>
          <a:xfrm>
            <a:off x="1589742" y="3648246"/>
            <a:ext cx="687275" cy="378002"/>
          </a:xfrm>
          <a:prstGeom prst="rect">
            <a:avLst/>
          </a:prstGeom>
        </p:spPr>
      </p:pic>
      <p:pic>
        <p:nvPicPr>
          <p:cNvPr id="32" name="Picture 31">
            <a:extLst>
              <a:ext uri="{FF2B5EF4-FFF2-40B4-BE49-F238E27FC236}">
                <a16:creationId xmlns:a16="http://schemas.microsoft.com/office/drawing/2014/main" id="{EAF7FA15-ECA1-902D-2D51-A4D64ACB7C4E}"/>
              </a:ext>
            </a:extLst>
          </p:cNvPr>
          <p:cNvPicPr>
            <a:picLocks noChangeAspect="1"/>
          </p:cNvPicPr>
          <p:nvPr/>
        </p:nvPicPr>
        <p:blipFill>
          <a:blip r:embed="rId12"/>
          <a:stretch>
            <a:fillRect/>
          </a:stretch>
        </p:blipFill>
        <p:spPr>
          <a:xfrm>
            <a:off x="679541" y="4126803"/>
            <a:ext cx="1141137" cy="378002"/>
          </a:xfrm>
          <a:prstGeom prst="rect">
            <a:avLst/>
          </a:prstGeom>
        </p:spPr>
      </p:pic>
      <p:pic>
        <p:nvPicPr>
          <p:cNvPr id="34" name="Picture 33">
            <a:extLst>
              <a:ext uri="{FF2B5EF4-FFF2-40B4-BE49-F238E27FC236}">
                <a16:creationId xmlns:a16="http://schemas.microsoft.com/office/drawing/2014/main" id="{669D8FAC-56B4-FCC9-0ECC-E5E28B23636B}"/>
              </a:ext>
            </a:extLst>
          </p:cNvPr>
          <p:cNvPicPr>
            <a:picLocks noChangeAspect="1"/>
          </p:cNvPicPr>
          <p:nvPr/>
        </p:nvPicPr>
        <p:blipFill>
          <a:blip r:embed="rId13"/>
          <a:stretch>
            <a:fillRect/>
          </a:stretch>
        </p:blipFill>
        <p:spPr>
          <a:xfrm>
            <a:off x="2408358" y="3771858"/>
            <a:ext cx="778051" cy="732947"/>
          </a:xfrm>
          <a:prstGeom prst="rect">
            <a:avLst/>
          </a:prstGeom>
        </p:spPr>
      </p:pic>
      <p:sp>
        <p:nvSpPr>
          <p:cNvPr id="35" name="Rectangle 34">
            <a:extLst>
              <a:ext uri="{FF2B5EF4-FFF2-40B4-BE49-F238E27FC236}">
                <a16:creationId xmlns:a16="http://schemas.microsoft.com/office/drawing/2014/main" id="{C1221465-CC1C-F2C5-4AE1-10AE957FA440}"/>
              </a:ext>
            </a:extLst>
          </p:cNvPr>
          <p:cNvSpPr/>
          <p:nvPr/>
        </p:nvSpPr>
        <p:spPr>
          <a:xfrm>
            <a:off x="0" y="0"/>
            <a:ext cx="3408257" cy="671331"/>
          </a:xfrm>
          <a:prstGeom prst="rect">
            <a:avLst/>
          </a:prstGeom>
          <a:solidFill>
            <a:schemeClr val="bg2">
              <a:lumMod val="10000"/>
            </a:schemeClr>
          </a:solidFill>
          <a:ln w="12700" cap="flat" cmpd="sng" algn="ctr">
            <a:noFill/>
            <a:prstDash val="solid"/>
            <a:miter lim="800000"/>
          </a:ln>
          <a:effectLst/>
        </p:spPr>
        <p:txBody>
          <a:bodyPr tIns="27432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chemeClr val="tx2">
                    <a:lumMod val="25000"/>
                    <a:lumOff val="75000"/>
                  </a:schemeClr>
                </a:solidFill>
                <a:effectLst/>
                <a:uLnTx/>
                <a:uFillTx/>
                <a:latin typeface="Aptos" panose="020B0004020202020204" pitchFamily="34" charset="0"/>
                <a:ea typeface="Calibri" panose="020F0502020204030204" pitchFamily="34" charset="0"/>
                <a:cs typeface="Calibri" panose="020F0502020204030204" pitchFamily="34" charset="0"/>
              </a:rPr>
              <a:t>Hyperchain Solution</a:t>
            </a:r>
          </a:p>
          <a:p>
            <a:pPr marL="0" marR="0" lvl="0" indent="0" algn="ctr" defTabSz="914400" rtl="0" eaLnBrk="1" fontAlgn="base" latinLnBrk="0" hangingPunct="1">
              <a:lnSpc>
                <a:spcPct val="100000"/>
              </a:lnSpc>
              <a:spcBef>
                <a:spcPct val="0"/>
              </a:spcBef>
              <a:spcAft>
                <a:spcPct val="0"/>
              </a:spcAft>
              <a:buClrTx/>
              <a:buSzTx/>
              <a:buFontTx/>
              <a:buNone/>
              <a:tabLst/>
              <a:defRPr/>
            </a:pPr>
            <a:endParaRPr lang="en-US" sz="1600" b="1" kern="0" dirty="0">
              <a:solidFill>
                <a:schemeClr val="tx2">
                  <a:lumMod val="25000"/>
                  <a:lumOff val="75000"/>
                </a:schemeClr>
              </a:solidFill>
              <a:latin typeface="Aptos" panose="020B0004020202020204" pitchFamily="34" charset="0"/>
              <a:ea typeface="Calibri" panose="020F0502020204030204" pitchFamily="34" charset="0"/>
              <a:cs typeface="Calibri" panose="020F0502020204030204" pitchFamily="34" charset="0"/>
            </a:endParaRPr>
          </a:p>
        </p:txBody>
      </p:sp>
      <p:sp>
        <p:nvSpPr>
          <p:cNvPr id="36" name="Rectangle 35">
            <a:extLst>
              <a:ext uri="{FF2B5EF4-FFF2-40B4-BE49-F238E27FC236}">
                <a16:creationId xmlns:a16="http://schemas.microsoft.com/office/drawing/2014/main" id="{0F9574EB-2A95-05D1-7945-1C9886E99F6C}"/>
              </a:ext>
            </a:extLst>
          </p:cNvPr>
          <p:cNvSpPr/>
          <p:nvPr/>
        </p:nvSpPr>
        <p:spPr>
          <a:xfrm>
            <a:off x="3576573" y="104173"/>
            <a:ext cx="1169048" cy="530072"/>
          </a:xfrm>
          <a:prstGeom prst="rect">
            <a:avLst/>
          </a:prstGeom>
          <a:noFill/>
          <a:ln w="12700" cap="flat" cmpd="sng" algn="ctr">
            <a:noFill/>
            <a:prstDash val="solid"/>
            <a:miter lim="800000"/>
          </a:ln>
          <a:effectLst/>
        </p:spPr>
        <p:txBody>
          <a:bodyPr tIns="274320"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dirty="0">
                <a:ln>
                  <a:noFill/>
                </a:ln>
                <a:effectLst/>
                <a:uLnTx/>
                <a:uFillTx/>
                <a:latin typeface="Aptos" panose="020B0004020202020204" pitchFamily="34" charset="0"/>
                <a:ea typeface="Calibri" panose="020F0502020204030204" pitchFamily="34" charset="0"/>
                <a:cs typeface="Calibri" panose="020F0502020204030204" pitchFamily="34" charset="0"/>
              </a:rPr>
              <a:t>Page 1a</a:t>
            </a:r>
          </a:p>
          <a:p>
            <a:pPr marL="0" marR="0" lvl="0" indent="0" algn="l" defTabSz="914400" rtl="0" eaLnBrk="1" fontAlgn="base" latinLnBrk="0" hangingPunct="1">
              <a:lnSpc>
                <a:spcPct val="100000"/>
              </a:lnSpc>
              <a:spcBef>
                <a:spcPct val="0"/>
              </a:spcBef>
              <a:spcAft>
                <a:spcPct val="0"/>
              </a:spcAft>
              <a:buClrTx/>
              <a:buSzTx/>
              <a:buFontTx/>
              <a:buNone/>
              <a:tabLst/>
              <a:defRPr/>
            </a:pPr>
            <a:endParaRPr lang="en-US" sz="1400" b="1" kern="0" dirty="0">
              <a:latin typeface="Aptos" panose="020B000402020202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F60D1840-121B-728F-AC0D-64882743D969}"/>
              </a:ext>
            </a:extLst>
          </p:cNvPr>
          <p:cNvSpPr txBox="1"/>
          <p:nvPr/>
        </p:nvSpPr>
        <p:spPr>
          <a:xfrm>
            <a:off x="3583538" y="6243956"/>
            <a:ext cx="8413024" cy="564129"/>
          </a:xfrm>
          <a:prstGeom prst="rect">
            <a:avLst/>
          </a:prstGeom>
          <a:noFill/>
        </p:spPr>
        <p:txBody>
          <a:bodyPr wrap="square">
            <a:spAutoFit/>
          </a:bodyPr>
          <a:lstStyle/>
          <a:p>
            <a:pPr marR="0" lvl="0" algn="ctr" defTabSz="914400" rtl="0" eaLnBrk="1" fontAlgn="auto" latinLnBrk="0" hangingPunct="1">
              <a:lnSpc>
                <a:spcPct val="90000"/>
              </a:lnSpc>
              <a:spcBef>
                <a:spcPts val="0"/>
              </a:spcBef>
              <a:spcAft>
                <a:spcPts val="0"/>
              </a:spcAft>
              <a:buClrTx/>
              <a:buSzTx/>
              <a:tabLst/>
              <a:defRPr/>
            </a:pPr>
            <a:r>
              <a:rPr lang="en-US" sz="1200" b="1" kern="0" dirty="0">
                <a:solidFill>
                  <a:srgbClr val="0070C0"/>
                </a:solidFill>
              </a:rPr>
              <a:t>Sector expertise: </a:t>
            </a:r>
          </a:p>
          <a:p>
            <a:pPr marR="0" lvl="0" defTabSz="914400" rtl="0" eaLnBrk="1" fontAlgn="auto" latinLnBrk="0" hangingPunct="1">
              <a:lnSpc>
                <a:spcPct val="90000"/>
              </a:lnSpc>
              <a:spcBef>
                <a:spcPts val="0"/>
              </a:spcBef>
              <a:spcAft>
                <a:spcPts val="0"/>
              </a:spcAft>
              <a:buClrTx/>
              <a:buSzTx/>
              <a:tabLst/>
              <a:defRPr/>
            </a:pPr>
            <a:endParaRPr lang="en-US" sz="1200" kern="0" dirty="0">
              <a:solidFill>
                <a:srgbClr val="0070C0"/>
              </a:solidFill>
            </a:endParaRPr>
          </a:p>
          <a:p>
            <a:pPr marR="0" lvl="0" algn="ctr" defTabSz="914400" rtl="0" eaLnBrk="1" fontAlgn="auto" latinLnBrk="0" hangingPunct="1">
              <a:lnSpc>
                <a:spcPct val="90000"/>
              </a:lnSpc>
              <a:spcBef>
                <a:spcPts val="0"/>
              </a:spcBef>
              <a:spcAft>
                <a:spcPts val="0"/>
              </a:spcAft>
              <a:buClrTx/>
              <a:buSzTx/>
              <a:tabLst/>
              <a:defRPr/>
            </a:pPr>
            <a:r>
              <a:rPr lang="en-US" sz="1000" b="1" kern="0" dirty="0">
                <a:solidFill>
                  <a:srgbClr val="002060"/>
                </a:solidFill>
              </a:rPr>
              <a:t>Food &amp; Beverage |  Retail | Logistics | Industrials | Manufacturing | Oil and Gas |  Healthcare | Pharma</a:t>
            </a:r>
            <a:endParaRPr kumimoji="0" lang="en-US" sz="1000" b="1" i="0" u="none" strike="noStrike" kern="0" cap="none" spc="0" normalizeH="0" baseline="0" noProof="0" dirty="0">
              <a:ln>
                <a:noFill/>
              </a:ln>
              <a:solidFill>
                <a:srgbClr val="002060"/>
              </a:solidFill>
              <a:effectLst/>
              <a:uLnTx/>
              <a:uFillTx/>
              <a:latin typeface="Aptos" panose="02110004020202020204"/>
              <a:ea typeface="Calibri" panose="020F0502020204030204" pitchFamily="34" charset="0"/>
              <a:cs typeface="Calibri" panose="020F0502020204030204" pitchFamily="34" charset="0"/>
            </a:endParaRPr>
          </a:p>
        </p:txBody>
      </p:sp>
      <p:grpSp>
        <p:nvGrpSpPr>
          <p:cNvPr id="54" name="Group 53">
            <a:extLst>
              <a:ext uri="{FF2B5EF4-FFF2-40B4-BE49-F238E27FC236}">
                <a16:creationId xmlns:a16="http://schemas.microsoft.com/office/drawing/2014/main" id="{322733DE-6370-3D9D-EEA9-90513D3CB49B}"/>
              </a:ext>
            </a:extLst>
          </p:cNvPr>
          <p:cNvGrpSpPr/>
          <p:nvPr/>
        </p:nvGrpSpPr>
        <p:grpSpPr>
          <a:xfrm>
            <a:off x="3609783" y="2696829"/>
            <a:ext cx="7842128" cy="2153671"/>
            <a:chOff x="3597761" y="2859148"/>
            <a:chExt cx="7842128" cy="2153671"/>
          </a:xfrm>
        </p:grpSpPr>
        <p:grpSp>
          <p:nvGrpSpPr>
            <p:cNvPr id="53" name="Group 52">
              <a:extLst>
                <a:ext uri="{FF2B5EF4-FFF2-40B4-BE49-F238E27FC236}">
                  <a16:creationId xmlns:a16="http://schemas.microsoft.com/office/drawing/2014/main" id="{833FEF82-5840-7E60-C364-798CBC41AD42}"/>
                </a:ext>
              </a:extLst>
            </p:cNvPr>
            <p:cNvGrpSpPr/>
            <p:nvPr/>
          </p:nvGrpSpPr>
          <p:grpSpPr>
            <a:xfrm>
              <a:off x="5393803" y="2859148"/>
              <a:ext cx="6046086" cy="2141084"/>
              <a:chOff x="5393803" y="2859148"/>
              <a:chExt cx="6046086" cy="2141084"/>
            </a:xfrm>
          </p:grpSpPr>
          <p:grpSp>
            <p:nvGrpSpPr>
              <p:cNvPr id="49" name="Group 48">
                <a:extLst>
                  <a:ext uri="{FF2B5EF4-FFF2-40B4-BE49-F238E27FC236}">
                    <a16:creationId xmlns:a16="http://schemas.microsoft.com/office/drawing/2014/main" id="{A08956CD-C194-D14B-94D3-A8B35F775245}"/>
                  </a:ext>
                </a:extLst>
              </p:cNvPr>
              <p:cNvGrpSpPr/>
              <p:nvPr/>
            </p:nvGrpSpPr>
            <p:grpSpPr>
              <a:xfrm>
                <a:off x="5393803" y="2861335"/>
                <a:ext cx="1422313" cy="2138897"/>
                <a:chOff x="5393803" y="2861335"/>
                <a:chExt cx="1422313" cy="2138897"/>
              </a:xfrm>
            </p:grpSpPr>
            <p:sp>
              <p:nvSpPr>
                <p:cNvPr id="8" name="Rectangle: Rounded Corners 7">
                  <a:extLst>
                    <a:ext uri="{FF2B5EF4-FFF2-40B4-BE49-F238E27FC236}">
                      <a16:creationId xmlns:a16="http://schemas.microsoft.com/office/drawing/2014/main" id="{310CD345-F867-3C0D-82DE-AE0C74E0D29B}"/>
                    </a:ext>
                  </a:extLst>
                </p:cNvPr>
                <p:cNvSpPr/>
                <p:nvPr/>
              </p:nvSpPr>
              <p:spPr>
                <a:xfrm>
                  <a:off x="5393803" y="3122846"/>
                  <a:ext cx="1422312" cy="187738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tIns="91440" rtlCol="0" anchor="t" anchorCtr="0"/>
                <a:lstStyle/>
                <a:p>
                  <a:pPr marL="171450" indent="-171450">
                    <a:buFont typeface="Aptos" panose="020B0004020202020204" pitchFamily="34" charset="0"/>
                    <a:buChar char="›"/>
                  </a:pPr>
                  <a:r>
                    <a:rPr lang="en-US" sz="1000" dirty="0">
                      <a:solidFill>
                        <a:schemeClr val="tx1"/>
                      </a:solidFill>
                    </a:rPr>
                    <a:t>Demand Planning, Replenishment &amp; Allocation</a:t>
                  </a:r>
                </a:p>
                <a:p>
                  <a:pPr marL="171450" indent="-171450">
                    <a:buFont typeface="Aptos" panose="020B0004020202020204" pitchFamily="34" charset="0"/>
                    <a:buChar char="›"/>
                  </a:pPr>
                  <a:endParaRPr lang="en-US" sz="1000" dirty="0">
                    <a:solidFill>
                      <a:schemeClr val="tx1"/>
                    </a:solidFill>
                  </a:endParaRPr>
                </a:p>
                <a:p>
                  <a:pPr marL="171450" indent="-171450">
                    <a:buFont typeface="Aptos" panose="020B0004020202020204" pitchFamily="34" charset="0"/>
                    <a:buChar char="›"/>
                  </a:pPr>
                  <a:r>
                    <a:rPr lang="en-US" sz="1000" dirty="0">
                      <a:solidFill>
                        <a:schemeClr val="tx1"/>
                      </a:solidFill>
                    </a:rPr>
                    <a:t>Analytics &amp; Reporting</a:t>
                  </a:r>
                </a:p>
                <a:p>
                  <a:pPr marL="171450" indent="-171450">
                    <a:buFont typeface="Aptos" panose="020B0004020202020204" pitchFamily="34" charset="0"/>
                    <a:buChar char="›"/>
                  </a:pPr>
                  <a:endParaRPr lang="en-US" sz="1000" dirty="0">
                    <a:solidFill>
                      <a:schemeClr val="tx1"/>
                    </a:solidFill>
                  </a:endParaRPr>
                </a:p>
                <a:p>
                  <a:pPr marL="171450" indent="-171450">
                    <a:buFont typeface="Aptos" panose="020B0004020202020204" pitchFamily="34" charset="0"/>
                    <a:buChar char="›"/>
                  </a:pPr>
                  <a:r>
                    <a:rPr lang="en-US" sz="1000" dirty="0">
                      <a:solidFill>
                        <a:schemeClr val="tx1"/>
                      </a:solidFill>
                    </a:rPr>
                    <a:t>Working Capital Optimization</a:t>
                  </a:r>
                </a:p>
              </p:txBody>
            </p:sp>
            <p:sp>
              <p:nvSpPr>
                <p:cNvPr id="19" name="Rectangle 18">
                  <a:extLst>
                    <a:ext uri="{FF2B5EF4-FFF2-40B4-BE49-F238E27FC236}">
                      <a16:creationId xmlns:a16="http://schemas.microsoft.com/office/drawing/2014/main" id="{8B9E2784-5501-9DCC-FA0A-F5FB661C32C3}"/>
                    </a:ext>
                  </a:extLst>
                </p:cNvPr>
                <p:cNvSpPr/>
                <p:nvPr/>
              </p:nvSpPr>
              <p:spPr>
                <a:xfrm>
                  <a:off x="5393804" y="2861335"/>
                  <a:ext cx="1422312" cy="216731"/>
                </a:xfrm>
                <a:prstGeom prst="rect">
                  <a:avLst/>
                </a:prstGeom>
                <a:noFill/>
                <a:ln w="12700" cap="flat" cmpd="sng" algn="ctr">
                  <a:noFill/>
                  <a:prstDash val="solid"/>
                  <a:miter lim="800000"/>
                </a:ln>
                <a:effectLst/>
              </p:spPr>
              <p:txBody>
                <a:bodyPr tIns="27432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0" cap="none" spc="0" normalizeH="0" baseline="0" noProof="0" dirty="0">
                      <a:ln>
                        <a:noFill/>
                      </a:ln>
                      <a:effectLst/>
                      <a:uLnTx/>
                      <a:uFillTx/>
                      <a:latin typeface="Aptos" panose="020B0004020202020204" pitchFamily="34" charset="0"/>
                      <a:ea typeface="Calibri" panose="020F0502020204030204" pitchFamily="34" charset="0"/>
                      <a:cs typeface="Calibri" panose="020F0502020204030204" pitchFamily="34" charset="0"/>
                    </a:rPr>
                    <a:t>Plan</a:t>
                  </a:r>
                </a:p>
                <a:p>
                  <a:pPr marL="0" marR="0" lvl="0" indent="0" algn="ctr" defTabSz="914400" rtl="0" eaLnBrk="1" fontAlgn="base" latinLnBrk="0" hangingPunct="1">
                    <a:lnSpc>
                      <a:spcPct val="100000"/>
                    </a:lnSpc>
                    <a:spcBef>
                      <a:spcPct val="0"/>
                    </a:spcBef>
                    <a:spcAft>
                      <a:spcPct val="0"/>
                    </a:spcAft>
                    <a:buClrTx/>
                    <a:buSzTx/>
                    <a:buFontTx/>
                    <a:buNone/>
                    <a:tabLst/>
                    <a:defRPr/>
                  </a:pPr>
                  <a:endParaRPr lang="en-US" sz="1100" b="1" kern="0" dirty="0">
                    <a:latin typeface="Aptos" panose="020B0004020202020204" pitchFamily="34" charset="0"/>
                    <a:ea typeface="Calibri" panose="020F0502020204030204" pitchFamily="34" charset="0"/>
                    <a:cs typeface="Calibri" panose="020F0502020204030204" pitchFamily="34" charset="0"/>
                  </a:endParaRPr>
                </a:p>
              </p:txBody>
            </p:sp>
          </p:grpSp>
          <p:grpSp>
            <p:nvGrpSpPr>
              <p:cNvPr id="50" name="Group 49">
                <a:extLst>
                  <a:ext uri="{FF2B5EF4-FFF2-40B4-BE49-F238E27FC236}">
                    <a16:creationId xmlns:a16="http://schemas.microsoft.com/office/drawing/2014/main" id="{148CAD68-2A12-34E0-DFE9-04BCBA3C9B88}"/>
                  </a:ext>
                </a:extLst>
              </p:cNvPr>
              <p:cNvGrpSpPr/>
              <p:nvPr/>
            </p:nvGrpSpPr>
            <p:grpSpPr>
              <a:xfrm>
                <a:off x="6929554" y="2861335"/>
                <a:ext cx="1427819" cy="2137408"/>
                <a:chOff x="6929554" y="2861335"/>
                <a:chExt cx="1427819" cy="2137408"/>
              </a:xfrm>
            </p:grpSpPr>
            <p:sp>
              <p:nvSpPr>
                <p:cNvPr id="11" name="Rectangle: Rounded Corners 10">
                  <a:extLst>
                    <a:ext uri="{FF2B5EF4-FFF2-40B4-BE49-F238E27FC236}">
                      <a16:creationId xmlns:a16="http://schemas.microsoft.com/office/drawing/2014/main" id="{A20FB789-8284-0CA4-D0E6-970F2E27CB10}"/>
                    </a:ext>
                  </a:extLst>
                </p:cNvPr>
                <p:cNvSpPr/>
                <p:nvPr/>
              </p:nvSpPr>
              <p:spPr>
                <a:xfrm>
                  <a:off x="6935162" y="3121357"/>
                  <a:ext cx="1422211" cy="187738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tIns="91440" rtlCol="0" anchor="t" anchorCtr="0"/>
                <a:lstStyle/>
                <a:p>
                  <a:pPr marL="171450" indent="-171450">
                    <a:buFont typeface="Aptos" panose="020B0004020202020204" pitchFamily="34" charset="0"/>
                    <a:buChar char="›"/>
                  </a:pPr>
                  <a:r>
                    <a:rPr lang="en-US" sz="1000" dirty="0">
                      <a:solidFill>
                        <a:schemeClr val="tx1"/>
                      </a:solidFill>
                    </a:rPr>
                    <a:t>Supplier Performance and Rating</a:t>
                  </a:r>
                </a:p>
                <a:p>
                  <a:pPr marL="171450" indent="-171450">
                    <a:buFont typeface="Aptos" panose="020B0004020202020204" pitchFamily="34" charset="0"/>
                    <a:buChar char="›"/>
                  </a:pPr>
                  <a:endParaRPr lang="en-US" sz="1000" dirty="0">
                    <a:solidFill>
                      <a:schemeClr val="tx1"/>
                    </a:solidFill>
                  </a:endParaRPr>
                </a:p>
                <a:p>
                  <a:pPr marL="171450" indent="-171450">
                    <a:buFont typeface="Aptos" panose="020B0004020202020204" pitchFamily="34" charset="0"/>
                    <a:buChar char="›"/>
                  </a:pPr>
                  <a:r>
                    <a:rPr lang="en-US" sz="1000" dirty="0">
                      <a:solidFill>
                        <a:schemeClr val="tx1"/>
                      </a:solidFill>
                    </a:rPr>
                    <a:t>Source to Pay Optimization</a:t>
                  </a:r>
                </a:p>
                <a:p>
                  <a:pPr marL="171450" indent="-171450">
                    <a:buFont typeface="Aptos" panose="020B0004020202020204" pitchFamily="34" charset="0"/>
                    <a:buChar char="›"/>
                  </a:pPr>
                  <a:endParaRPr lang="en-US" sz="1000" dirty="0">
                    <a:solidFill>
                      <a:schemeClr val="tx1"/>
                    </a:solidFill>
                  </a:endParaRPr>
                </a:p>
                <a:p>
                  <a:pPr marL="171450" indent="-171450">
                    <a:buFont typeface="Aptos" panose="020B0004020202020204" pitchFamily="34" charset="0"/>
                    <a:buChar char="›"/>
                  </a:pPr>
                  <a:r>
                    <a:rPr lang="en-US" sz="1000" dirty="0">
                      <a:solidFill>
                        <a:schemeClr val="tx1"/>
                      </a:solidFill>
                    </a:rPr>
                    <a:t>Cost Take out &amp; Optimization</a:t>
                  </a:r>
                </a:p>
              </p:txBody>
            </p:sp>
            <p:sp>
              <p:nvSpPr>
                <p:cNvPr id="21" name="Rectangle 20">
                  <a:extLst>
                    <a:ext uri="{FF2B5EF4-FFF2-40B4-BE49-F238E27FC236}">
                      <a16:creationId xmlns:a16="http://schemas.microsoft.com/office/drawing/2014/main" id="{70C9E518-9354-0A5A-1D0C-92E50AB87BAB}"/>
                    </a:ext>
                  </a:extLst>
                </p:cNvPr>
                <p:cNvSpPr/>
                <p:nvPr/>
              </p:nvSpPr>
              <p:spPr>
                <a:xfrm>
                  <a:off x="6929554" y="2861335"/>
                  <a:ext cx="1422312" cy="216731"/>
                </a:xfrm>
                <a:prstGeom prst="rect">
                  <a:avLst/>
                </a:prstGeom>
                <a:noFill/>
                <a:ln w="12700" cap="flat" cmpd="sng" algn="ctr">
                  <a:noFill/>
                  <a:prstDash val="solid"/>
                  <a:miter lim="800000"/>
                </a:ln>
                <a:effectLst/>
              </p:spPr>
              <p:txBody>
                <a:bodyPr tIns="27432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0" cap="none" spc="0" normalizeH="0" baseline="0" noProof="0" dirty="0">
                      <a:ln>
                        <a:noFill/>
                      </a:ln>
                      <a:effectLst/>
                      <a:uLnTx/>
                      <a:uFillTx/>
                      <a:latin typeface="Aptos" panose="020B0004020202020204" pitchFamily="34" charset="0"/>
                      <a:ea typeface="Calibri" panose="020F0502020204030204" pitchFamily="34" charset="0"/>
                      <a:cs typeface="Calibri" panose="020F0502020204030204" pitchFamily="34" charset="0"/>
                    </a:rPr>
                    <a:t>Source</a:t>
                  </a:r>
                </a:p>
                <a:p>
                  <a:pPr marL="0" marR="0" lvl="0" indent="0" algn="ctr" defTabSz="914400" rtl="0" eaLnBrk="1" fontAlgn="base" latinLnBrk="0" hangingPunct="1">
                    <a:lnSpc>
                      <a:spcPct val="100000"/>
                    </a:lnSpc>
                    <a:spcBef>
                      <a:spcPct val="0"/>
                    </a:spcBef>
                    <a:spcAft>
                      <a:spcPct val="0"/>
                    </a:spcAft>
                    <a:buClrTx/>
                    <a:buSzTx/>
                    <a:buFontTx/>
                    <a:buNone/>
                    <a:tabLst/>
                    <a:defRPr/>
                  </a:pPr>
                  <a:endParaRPr lang="en-US" sz="1100" b="1" kern="0" dirty="0">
                    <a:latin typeface="Aptos" panose="020B0004020202020204" pitchFamily="34" charset="0"/>
                    <a:ea typeface="Calibri" panose="020F0502020204030204" pitchFamily="34" charset="0"/>
                    <a:cs typeface="Calibri" panose="020F0502020204030204" pitchFamily="34" charset="0"/>
                  </a:endParaRPr>
                </a:p>
              </p:txBody>
            </p:sp>
          </p:grpSp>
          <p:grpSp>
            <p:nvGrpSpPr>
              <p:cNvPr id="51" name="Group 50">
                <a:extLst>
                  <a:ext uri="{FF2B5EF4-FFF2-40B4-BE49-F238E27FC236}">
                    <a16:creationId xmlns:a16="http://schemas.microsoft.com/office/drawing/2014/main" id="{BF4E51A0-20D1-5A51-CA80-976A2B0E5107}"/>
                  </a:ext>
                </a:extLst>
              </p:cNvPr>
              <p:cNvGrpSpPr/>
              <p:nvPr/>
            </p:nvGrpSpPr>
            <p:grpSpPr>
              <a:xfrm>
                <a:off x="8465304" y="2859148"/>
                <a:ext cx="1433327" cy="2134047"/>
                <a:chOff x="8465304" y="2859148"/>
                <a:chExt cx="1433327" cy="2134047"/>
              </a:xfrm>
            </p:grpSpPr>
            <p:sp>
              <p:nvSpPr>
                <p:cNvPr id="16" name="Rectangle: Rounded Corners 15">
                  <a:extLst>
                    <a:ext uri="{FF2B5EF4-FFF2-40B4-BE49-F238E27FC236}">
                      <a16:creationId xmlns:a16="http://schemas.microsoft.com/office/drawing/2014/main" id="{3D93C863-611F-6003-4837-0BF998CC6276}"/>
                    </a:ext>
                  </a:extLst>
                </p:cNvPr>
                <p:cNvSpPr/>
                <p:nvPr/>
              </p:nvSpPr>
              <p:spPr>
                <a:xfrm>
                  <a:off x="8476420" y="3115809"/>
                  <a:ext cx="1422211" cy="187738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tIns="91440" rtlCol="0" anchor="t" anchorCtr="0"/>
                <a:lstStyle/>
                <a:p>
                  <a:pPr marL="171450" indent="-171450">
                    <a:buFont typeface="Aptos" panose="020B0004020202020204" pitchFamily="34" charset="0"/>
                    <a:buChar char="›"/>
                  </a:pPr>
                  <a:r>
                    <a:rPr lang="en-US" sz="1000" dirty="0">
                      <a:solidFill>
                        <a:schemeClr val="tx1"/>
                      </a:solidFill>
                    </a:rPr>
                    <a:t>Production Planning &amp; Scheduling</a:t>
                  </a:r>
                </a:p>
                <a:p>
                  <a:pPr marL="171450" indent="-171450">
                    <a:buFont typeface="Aptos" panose="020B0004020202020204" pitchFamily="34" charset="0"/>
                    <a:buChar char="›"/>
                  </a:pPr>
                  <a:endParaRPr lang="en-US" sz="1000" dirty="0">
                    <a:solidFill>
                      <a:schemeClr val="tx1"/>
                    </a:solidFill>
                  </a:endParaRPr>
                </a:p>
                <a:p>
                  <a:pPr marL="171450" indent="-171450">
                    <a:buFont typeface="Aptos" panose="020B0004020202020204" pitchFamily="34" charset="0"/>
                    <a:buChar char="›"/>
                  </a:pPr>
                  <a:r>
                    <a:rPr lang="en-US" sz="1000" dirty="0">
                      <a:solidFill>
                        <a:schemeClr val="tx1"/>
                      </a:solidFill>
                    </a:rPr>
                    <a:t>Manufacturing Optimization</a:t>
                  </a:r>
                </a:p>
                <a:p>
                  <a:pPr marL="171450" indent="-171450">
                    <a:buFont typeface="Aptos" panose="020B0004020202020204" pitchFamily="34" charset="0"/>
                    <a:buChar char="›"/>
                  </a:pPr>
                  <a:endParaRPr lang="en-US" sz="1000" dirty="0">
                    <a:solidFill>
                      <a:schemeClr val="tx1"/>
                    </a:solidFill>
                  </a:endParaRPr>
                </a:p>
                <a:p>
                  <a:pPr marL="171450" indent="-171450">
                    <a:buFont typeface="Aptos" panose="020B0004020202020204" pitchFamily="34" charset="0"/>
                    <a:buChar char="›"/>
                  </a:pPr>
                  <a:r>
                    <a:rPr lang="en-US" sz="1000" dirty="0">
                      <a:solidFill>
                        <a:schemeClr val="tx1"/>
                      </a:solidFill>
                    </a:rPr>
                    <a:t>Asset Reliability &amp; Mgt.</a:t>
                  </a:r>
                </a:p>
              </p:txBody>
            </p:sp>
            <p:sp>
              <p:nvSpPr>
                <p:cNvPr id="23" name="Rectangle 22">
                  <a:extLst>
                    <a:ext uri="{FF2B5EF4-FFF2-40B4-BE49-F238E27FC236}">
                      <a16:creationId xmlns:a16="http://schemas.microsoft.com/office/drawing/2014/main" id="{1FBB8759-EAFC-2C5B-198C-F9630D6A8A31}"/>
                    </a:ext>
                  </a:extLst>
                </p:cNvPr>
                <p:cNvSpPr/>
                <p:nvPr/>
              </p:nvSpPr>
              <p:spPr>
                <a:xfrm>
                  <a:off x="8465304" y="2859148"/>
                  <a:ext cx="1422312" cy="216731"/>
                </a:xfrm>
                <a:prstGeom prst="rect">
                  <a:avLst/>
                </a:prstGeom>
                <a:noFill/>
                <a:ln w="12700" cap="flat" cmpd="sng" algn="ctr">
                  <a:noFill/>
                  <a:prstDash val="solid"/>
                  <a:miter lim="800000"/>
                </a:ln>
                <a:effectLst/>
              </p:spPr>
              <p:txBody>
                <a:bodyPr tIns="27432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0" cap="none" spc="0" normalizeH="0" baseline="0" noProof="0" dirty="0">
                      <a:ln>
                        <a:noFill/>
                      </a:ln>
                      <a:effectLst/>
                      <a:uLnTx/>
                      <a:uFillTx/>
                      <a:latin typeface="Aptos" panose="020B0004020202020204" pitchFamily="34" charset="0"/>
                      <a:ea typeface="Calibri" panose="020F0502020204030204" pitchFamily="34" charset="0"/>
                      <a:cs typeface="Calibri" panose="020F0502020204030204" pitchFamily="34" charset="0"/>
                    </a:rPr>
                    <a:t>Make</a:t>
                  </a:r>
                </a:p>
                <a:p>
                  <a:pPr marL="0" marR="0" lvl="0" indent="0" algn="ctr" defTabSz="914400" rtl="0" eaLnBrk="1" fontAlgn="base" latinLnBrk="0" hangingPunct="1">
                    <a:lnSpc>
                      <a:spcPct val="100000"/>
                    </a:lnSpc>
                    <a:spcBef>
                      <a:spcPct val="0"/>
                    </a:spcBef>
                    <a:spcAft>
                      <a:spcPct val="0"/>
                    </a:spcAft>
                    <a:buClrTx/>
                    <a:buSzTx/>
                    <a:buFontTx/>
                    <a:buNone/>
                    <a:tabLst/>
                    <a:defRPr/>
                  </a:pPr>
                  <a:endParaRPr lang="en-US" sz="1100" b="1" kern="0" dirty="0">
                    <a:latin typeface="Aptos" panose="020B0004020202020204" pitchFamily="34" charset="0"/>
                    <a:ea typeface="Calibri" panose="020F0502020204030204" pitchFamily="34" charset="0"/>
                    <a:cs typeface="Calibri" panose="020F0502020204030204" pitchFamily="34" charset="0"/>
                  </a:endParaRPr>
                </a:p>
              </p:txBody>
            </p:sp>
          </p:grpSp>
          <p:grpSp>
            <p:nvGrpSpPr>
              <p:cNvPr id="52" name="Group 51">
                <a:extLst>
                  <a:ext uri="{FF2B5EF4-FFF2-40B4-BE49-F238E27FC236}">
                    <a16:creationId xmlns:a16="http://schemas.microsoft.com/office/drawing/2014/main" id="{8619DCF2-82CB-F095-1323-DE7B5B57A8FB}"/>
                  </a:ext>
                </a:extLst>
              </p:cNvPr>
              <p:cNvGrpSpPr/>
              <p:nvPr/>
            </p:nvGrpSpPr>
            <p:grpSpPr>
              <a:xfrm>
                <a:off x="10017577" y="2865119"/>
                <a:ext cx="1422312" cy="2111995"/>
                <a:chOff x="10017577" y="2865119"/>
                <a:chExt cx="1422312" cy="2111995"/>
              </a:xfrm>
            </p:grpSpPr>
            <p:sp>
              <p:nvSpPr>
                <p:cNvPr id="17" name="Rectangle: Rounded Corners 16">
                  <a:extLst>
                    <a:ext uri="{FF2B5EF4-FFF2-40B4-BE49-F238E27FC236}">
                      <a16:creationId xmlns:a16="http://schemas.microsoft.com/office/drawing/2014/main" id="{76CBBB49-C936-14D3-5591-68DB2661F11C}"/>
                    </a:ext>
                  </a:extLst>
                </p:cNvPr>
                <p:cNvSpPr/>
                <p:nvPr/>
              </p:nvSpPr>
              <p:spPr>
                <a:xfrm>
                  <a:off x="10017678" y="3099728"/>
                  <a:ext cx="1422211" cy="187738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tIns="91440" rtlCol="0" anchor="t" anchorCtr="0"/>
                <a:lstStyle/>
                <a:p>
                  <a:pPr marL="171450" indent="-171450">
                    <a:buFont typeface="Aptos" panose="020B0004020202020204" pitchFamily="34" charset="0"/>
                    <a:buChar char="›"/>
                  </a:pPr>
                  <a:r>
                    <a:rPr lang="en-US" sz="1000" dirty="0">
                      <a:solidFill>
                        <a:schemeClr val="tx1"/>
                      </a:solidFill>
                    </a:rPr>
                    <a:t>Network design &amp; Center of Gravity analysis</a:t>
                  </a:r>
                </a:p>
                <a:p>
                  <a:pPr marL="171450" indent="-171450">
                    <a:buFont typeface="Aptos" panose="020B0004020202020204" pitchFamily="34" charset="0"/>
                    <a:buChar char="›"/>
                  </a:pPr>
                  <a:endParaRPr lang="en-US" sz="1000" dirty="0">
                    <a:solidFill>
                      <a:schemeClr val="tx1"/>
                    </a:solidFill>
                  </a:endParaRPr>
                </a:p>
                <a:p>
                  <a:pPr marL="171450" indent="-171450">
                    <a:buFont typeface="Aptos" panose="020B0004020202020204" pitchFamily="34" charset="0"/>
                    <a:buChar char="›"/>
                  </a:pPr>
                  <a:r>
                    <a:rPr lang="en-US" sz="1000" dirty="0">
                      <a:solidFill>
                        <a:schemeClr val="tx1"/>
                      </a:solidFill>
                    </a:rPr>
                    <a:t>Freight Audit &amp; Pay, Logistics Mgt</a:t>
                  </a:r>
                </a:p>
                <a:p>
                  <a:pPr marL="171450" indent="-171450">
                    <a:buFont typeface="Aptos" panose="020B0004020202020204" pitchFamily="34" charset="0"/>
                    <a:buChar char="›"/>
                  </a:pPr>
                  <a:endParaRPr lang="en-US" sz="1000" dirty="0">
                    <a:solidFill>
                      <a:schemeClr val="tx1"/>
                    </a:solidFill>
                  </a:endParaRPr>
                </a:p>
                <a:p>
                  <a:pPr marL="171450" indent="-171450">
                    <a:buFont typeface="Aptos" panose="020B0004020202020204" pitchFamily="34" charset="0"/>
                    <a:buChar char="›"/>
                  </a:pPr>
                  <a:r>
                    <a:rPr lang="en-US" sz="1000" dirty="0">
                      <a:solidFill>
                        <a:schemeClr val="tx1"/>
                      </a:solidFill>
                    </a:rPr>
                    <a:t>Order Mgt.</a:t>
                  </a:r>
                </a:p>
              </p:txBody>
            </p:sp>
            <p:sp>
              <p:nvSpPr>
                <p:cNvPr id="25" name="Rectangle 24">
                  <a:extLst>
                    <a:ext uri="{FF2B5EF4-FFF2-40B4-BE49-F238E27FC236}">
                      <a16:creationId xmlns:a16="http://schemas.microsoft.com/office/drawing/2014/main" id="{EB1F7B94-5AF0-6DE1-1768-3D10DC92581F}"/>
                    </a:ext>
                  </a:extLst>
                </p:cNvPr>
                <p:cNvSpPr/>
                <p:nvPr/>
              </p:nvSpPr>
              <p:spPr>
                <a:xfrm>
                  <a:off x="10017577" y="2865119"/>
                  <a:ext cx="1422312" cy="216731"/>
                </a:xfrm>
                <a:prstGeom prst="rect">
                  <a:avLst/>
                </a:prstGeom>
                <a:noFill/>
                <a:ln w="12700" cap="flat" cmpd="sng" algn="ctr">
                  <a:noFill/>
                  <a:prstDash val="solid"/>
                  <a:miter lim="800000"/>
                </a:ln>
                <a:effectLst/>
              </p:spPr>
              <p:txBody>
                <a:bodyPr tIns="27432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0" cap="none" spc="0" normalizeH="0" baseline="0" noProof="0" dirty="0">
                      <a:ln>
                        <a:noFill/>
                      </a:ln>
                      <a:effectLst/>
                      <a:uLnTx/>
                      <a:uFillTx/>
                      <a:latin typeface="Aptos" panose="020B0004020202020204" pitchFamily="34" charset="0"/>
                      <a:ea typeface="Calibri" panose="020F0502020204030204" pitchFamily="34" charset="0"/>
                      <a:cs typeface="Calibri" panose="020F0502020204030204" pitchFamily="34" charset="0"/>
                    </a:rPr>
                    <a:t>Deliver</a:t>
                  </a:r>
                </a:p>
                <a:p>
                  <a:pPr marL="0" marR="0" lvl="0" indent="0" algn="ctr" defTabSz="914400" rtl="0" eaLnBrk="1" fontAlgn="base" latinLnBrk="0" hangingPunct="1">
                    <a:lnSpc>
                      <a:spcPct val="100000"/>
                    </a:lnSpc>
                    <a:spcBef>
                      <a:spcPct val="0"/>
                    </a:spcBef>
                    <a:spcAft>
                      <a:spcPct val="0"/>
                    </a:spcAft>
                    <a:buClrTx/>
                    <a:buSzTx/>
                    <a:buFontTx/>
                    <a:buNone/>
                    <a:tabLst/>
                    <a:defRPr/>
                  </a:pPr>
                  <a:endParaRPr lang="en-US" sz="1100" b="1" kern="0" dirty="0">
                    <a:latin typeface="Aptos" panose="020B0004020202020204" pitchFamily="34" charset="0"/>
                    <a:ea typeface="Calibri" panose="020F0502020204030204" pitchFamily="34" charset="0"/>
                    <a:cs typeface="Calibri" panose="020F0502020204030204" pitchFamily="34" charset="0"/>
                  </a:endParaRPr>
                </a:p>
              </p:txBody>
            </p:sp>
          </p:grpSp>
        </p:grpSp>
        <p:grpSp>
          <p:nvGrpSpPr>
            <p:cNvPr id="43" name="Group 42">
              <a:extLst>
                <a:ext uri="{FF2B5EF4-FFF2-40B4-BE49-F238E27FC236}">
                  <a16:creationId xmlns:a16="http://schemas.microsoft.com/office/drawing/2014/main" id="{FC52D1B0-C00A-7579-CC9F-A1F1F58DBD37}"/>
                </a:ext>
              </a:extLst>
            </p:cNvPr>
            <p:cNvGrpSpPr/>
            <p:nvPr/>
          </p:nvGrpSpPr>
          <p:grpSpPr>
            <a:xfrm>
              <a:off x="3607896" y="3110871"/>
              <a:ext cx="1461051" cy="369500"/>
              <a:chOff x="3607896" y="3110871"/>
              <a:chExt cx="1461051" cy="369500"/>
            </a:xfrm>
          </p:grpSpPr>
          <p:sp>
            <p:nvSpPr>
              <p:cNvPr id="27" name="Rectangle 26">
                <a:extLst>
                  <a:ext uri="{FF2B5EF4-FFF2-40B4-BE49-F238E27FC236}">
                    <a16:creationId xmlns:a16="http://schemas.microsoft.com/office/drawing/2014/main" id="{1011F14E-20B1-C56E-96CA-FCC55C00E895}"/>
                  </a:ext>
                </a:extLst>
              </p:cNvPr>
              <p:cNvSpPr/>
              <p:nvPr/>
            </p:nvSpPr>
            <p:spPr>
              <a:xfrm>
                <a:off x="3607896" y="3110871"/>
                <a:ext cx="1307004" cy="369500"/>
              </a:xfrm>
              <a:prstGeom prst="rect">
                <a:avLst/>
              </a:prstGeom>
              <a:solidFill>
                <a:srgbClr val="0070C0"/>
              </a:solidFill>
              <a:ln w="12700" cap="flat" cmpd="sng" algn="ctr">
                <a:noFill/>
                <a:prstDash val="solid"/>
                <a:miter lim="800000"/>
              </a:ln>
              <a:effectLst/>
            </p:spPr>
            <p:txBody>
              <a:bodyPr tIns="182880" rtlCol="0" anchor="ctr" anchorCtr="0"/>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0" cap="none" spc="0" normalizeH="0" baseline="0" noProof="0" dirty="0">
                    <a:ln>
                      <a:noFill/>
                    </a:ln>
                    <a:solidFill>
                      <a:schemeClr val="bg1"/>
                    </a:solidFill>
                    <a:effectLst/>
                    <a:uLnTx/>
                    <a:uFillTx/>
                    <a:latin typeface="Aptos" panose="020B0004020202020204" pitchFamily="34" charset="0"/>
                    <a:ea typeface="Calibri" panose="020F0502020204030204" pitchFamily="34" charset="0"/>
                    <a:cs typeface="Calibri" panose="020F0502020204030204" pitchFamily="34" charset="0"/>
                  </a:rPr>
                  <a:t>Domain-led consulting</a:t>
                </a:r>
              </a:p>
              <a:p>
                <a:pPr marL="0" marR="0" lvl="0" indent="0" defTabSz="914400" rtl="0" eaLnBrk="1" fontAlgn="base" latinLnBrk="0" hangingPunct="1">
                  <a:lnSpc>
                    <a:spcPct val="100000"/>
                  </a:lnSpc>
                  <a:spcBef>
                    <a:spcPct val="0"/>
                  </a:spcBef>
                  <a:spcAft>
                    <a:spcPct val="0"/>
                  </a:spcAft>
                  <a:buClrTx/>
                  <a:buSzTx/>
                  <a:buFontTx/>
                  <a:buNone/>
                  <a:tabLst/>
                  <a:defRPr/>
                </a:pPr>
                <a:endParaRPr lang="en-US" sz="1000" b="1" kern="0" dirty="0">
                  <a:solidFill>
                    <a:schemeClr val="bg1"/>
                  </a:solidFill>
                  <a:latin typeface="Aptos" panose="020B0004020202020204" pitchFamily="34" charset="0"/>
                  <a:ea typeface="Calibri" panose="020F0502020204030204" pitchFamily="34" charset="0"/>
                  <a:cs typeface="Calibri" panose="020F0502020204030204" pitchFamily="34" charset="0"/>
                </a:endParaRPr>
              </a:p>
            </p:txBody>
          </p:sp>
          <p:sp>
            <p:nvSpPr>
              <p:cNvPr id="38" name="Right Triangle 37">
                <a:extLst>
                  <a:ext uri="{FF2B5EF4-FFF2-40B4-BE49-F238E27FC236}">
                    <a16:creationId xmlns:a16="http://schemas.microsoft.com/office/drawing/2014/main" id="{CAB4EEEA-7A74-DC79-6731-5CDC538E5D69}"/>
                  </a:ext>
                </a:extLst>
              </p:cNvPr>
              <p:cNvSpPr/>
              <p:nvPr/>
            </p:nvSpPr>
            <p:spPr>
              <a:xfrm>
                <a:off x="4914900" y="3114680"/>
                <a:ext cx="154047" cy="365351"/>
              </a:xfrm>
              <a:prstGeom prst="rtTriangl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grpSp>
          <p:nvGrpSpPr>
            <p:cNvPr id="41" name="Group 40">
              <a:extLst>
                <a:ext uri="{FF2B5EF4-FFF2-40B4-BE49-F238E27FC236}">
                  <a16:creationId xmlns:a16="http://schemas.microsoft.com/office/drawing/2014/main" id="{8B60957B-9E56-C45A-E296-34BFBB716CDD}"/>
                </a:ext>
              </a:extLst>
            </p:cNvPr>
            <p:cNvGrpSpPr/>
            <p:nvPr/>
          </p:nvGrpSpPr>
          <p:grpSpPr>
            <a:xfrm>
              <a:off x="3597761" y="3632304"/>
              <a:ext cx="1685119" cy="365351"/>
              <a:chOff x="3599928" y="3578876"/>
              <a:chExt cx="1685119" cy="365351"/>
            </a:xfrm>
          </p:grpSpPr>
          <p:sp>
            <p:nvSpPr>
              <p:cNvPr id="29" name="Rectangle 28">
                <a:extLst>
                  <a:ext uri="{FF2B5EF4-FFF2-40B4-BE49-F238E27FC236}">
                    <a16:creationId xmlns:a16="http://schemas.microsoft.com/office/drawing/2014/main" id="{E5FC65DE-005E-5280-8B2F-417AA53DCFBE}"/>
                  </a:ext>
                </a:extLst>
              </p:cNvPr>
              <p:cNvSpPr/>
              <p:nvPr/>
            </p:nvSpPr>
            <p:spPr>
              <a:xfrm>
                <a:off x="3599928" y="3578876"/>
                <a:ext cx="1533789" cy="365351"/>
              </a:xfrm>
              <a:prstGeom prst="rect">
                <a:avLst/>
              </a:prstGeom>
              <a:solidFill>
                <a:srgbClr val="0070C0"/>
              </a:solidFill>
              <a:ln w="12700" cap="flat" cmpd="sng" algn="ctr">
                <a:noFill/>
                <a:prstDash val="solid"/>
                <a:miter lim="800000"/>
              </a:ln>
              <a:effectLst/>
            </p:spPr>
            <p:txBody>
              <a:bodyPr tIns="182880" rtlCol="0" anchor="ctr" anchorCtr="0"/>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0" cap="none" spc="0" normalizeH="0" baseline="0" noProof="0" dirty="0">
                    <a:ln>
                      <a:noFill/>
                    </a:ln>
                    <a:solidFill>
                      <a:schemeClr val="bg1"/>
                    </a:solidFill>
                    <a:effectLst/>
                    <a:uLnTx/>
                    <a:uFillTx/>
                    <a:latin typeface="Aptos" panose="020B0004020202020204" pitchFamily="34" charset="0"/>
                    <a:ea typeface="Calibri" panose="020F0502020204030204" pitchFamily="34" charset="0"/>
                    <a:cs typeface="Calibri" panose="020F0502020204030204" pitchFamily="34" charset="0"/>
                  </a:rPr>
                  <a:t>Transformation: Vision-to-Value</a:t>
                </a:r>
              </a:p>
              <a:p>
                <a:pPr marL="0" marR="0" lvl="0" indent="0" defTabSz="914400" rtl="0" eaLnBrk="1" fontAlgn="base" latinLnBrk="0" hangingPunct="1">
                  <a:lnSpc>
                    <a:spcPct val="100000"/>
                  </a:lnSpc>
                  <a:spcBef>
                    <a:spcPct val="0"/>
                  </a:spcBef>
                  <a:spcAft>
                    <a:spcPct val="0"/>
                  </a:spcAft>
                  <a:buClrTx/>
                  <a:buSzTx/>
                  <a:buFontTx/>
                  <a:buNone/>
                  <a:tabLst/>
                  <a:defRPr/>
                </a:pPr>
                <a:endParaRPr lang="en-US" sz="1000" b="1" kern="0" dirty="0">
                  <a:solidFill>
                    <a:schemeClr val="bg1"/>
                  </a:solidFill>
                  <a:latin typeface="Aptos" panose="020B0004020202020204" pitchFamily="34" charset="0"/>
                  <a:ea typeface="Calibri" panose="020F0502020204030204" pitchFamily="34" charset="0"/>
                  <a:cs typeface="Calibri" panose="020F0502020204030204" pitchFamily="34" charset="0"/>
                </a:endParaRPr>
              </a:p>
            </p:txBody>
          </p:sp>
          <p:sp>
            <p:nvSpPr>
              <p:cNvPr id="39" name="Right Triangle 38">
                <a:extLst>
                  <a:ext uri="{FF2B5EF4-FFF2-40B4-BE49-F238E27FC236}">
                    <a16:creationId xmlns:a16="http://schemas.microsoft.com/office/drawing/2014/main" id="{A0A5358B-4299-EB22-C1AB-0D58565552EB}"/>
                  </a:ext>
                </a:extLst>
              </p:cNvPr>
              <p:cNvSpPr/>
              <p:nvPr/>
            </p:nvSpPr>
            <p:spPr>
              <a:xfrm>
                <a:off x="5130997" y="3581624"/>
                <a:ext cx="154050" cy="362603"/>
              </a:xfrm>
              <a:prstGeom prst="rtTriangl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grpSp>
          <p:nvGrpSpPr>
            <p:cNvPr id="47" name="Group 46">
              <a:extLst>
                <a:ext uri="{FF2B5EF4-FFF2-40B4-BE49-F238E27FC236}">
                  <a16:creationId xmlns:a16="http://schemas.microsoft.com/office/drawing/2014/main" id="{B8B5C107-7559-3EA6-2B58-33D33C05B788}"/>
                </a:ext>
              </a:extLst>
            </p:cNvPr>
            <p:cNvGrpSpPr/>
            <p:nvPr/>
          </p:nvGrpSpPr>
          <p:grpSpPr>
            <a:xfrm>
              <a:off x="3606491" y="4136938"/>
              <a:ext cx="1687837" cy="365386"/>
              <a:chOff x="3606491" y="4136938"/>
              <a:chExt cx="1687837" cy="365386"/>
            </a:xfrm>
          </p:grpSpPr>
          <p:sp>
            <p:nvSpPr>
              <p:cNvPr id="31" name="Rectangle 30">
                <a:extLst>
                  <a:ext uri="{FF2B5EF4-FFF2-40B4-BE49-F238E27FC236}">
                    <a16:creationId xmlns:a16="http://schemas.microsoft.com/office/drawing/2014/main" id="{26F25FD4-6252-E2C7-6158-DB5290B9AEDF}"/>
                  </a:ext>
                </a:extLst>
              </p:cNvPr>
              <p:cNvSpPr/>
              <p:nvPr/>
            </p:nvSpPr>
            <p:spPr>
              <a:xfrm>
                <a:off x="3606491" y="4136973"/>
                <a:ext cx="1533788" cy="365351"/>
              </a:xfrm>
              <a:prstGeom prst="rect">
                <a:avLst/>
              </a:prstGeom>
              <a:solidFill>
                <a:srgbClr val="0070C0"/>
              </a:solidFill>
              <a:ln w="12700" cap="flat" cmpd="sng" algn="ctr">
                <a:noFill/>
                <a:prstDash val="solid"/>
                <a:miter lim="800000"/>
              </a:ln>
              <a:effectLst/>
            </p:spPr>
            <p:txBody>
              <a:bodyPr tIns="182880" rtlCol="0" anchor="ctr" anchorCtr="0"/>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0" cap="none" spc="0" normalizeH="0" baseline="0" noProof="0" dirty="0">
                    <a:ln>
                      <a:noFill/>
                    </a:ln>
                    <a:solidFill>
                      <a:schemeClr val="bg1"/>
                    </a:solidFill>
                    <a:effectLst/>
                    <a:uLnTx/>
                    <a:uFillTx/>
                    <a:latin typeface="Aptos" panose="020B0004020202020204" pitchFamily="34" charset="0"/>
                    <a:ea typeface="Calibri" panose="020F0502020204030204" pitchFamily="34" charset="0"/>
                    <a:cs typeface="Calibri" panose="020F0502020204030204" pitchFamily="34" charset="0"/>
                  </a:rPr>
                  <a:t>Data Engineering</a:t>
                </a:r>
              </a:p>
              <a:p>
                <a:pPr marL="0" marR="0" lvl="0" indent="0" defTabSz="914400" rtl="0" eaLnBrk="1" fontAlgn="base" latinLnBrk="0" hangingPunct="1">
                  <a:lnSpc>
                    <a:spcPct val="100000"/>
                  </a:lnSpc>
                  <a:spcBef>
                    <a:spcPct val="0"/>
                  </a:spcBef>
                  <a:spcAft>
                    <a:spcPct val="0"/>
                  </a:spcAft>
                  <a:buClrTx/>
                  <a:buSzTx/>
                  <a:buFontTx/>
                  <a:buNone/>
                  <a:tabLst/>
                  <a:defRPr/>
                </a:pPr>
                <a:endParaRPr lang="en-US" sz="1000" b="1" kern="0" dirty="0">
                  <a:solidFill>
                    <a:schemeClr val="bg1"/>
                  </a:solidFill>
                  <a:latin typeface="Aptos" panose="020B0004020202020204" pitchFamily="34" charset="0"/>
                  <a:ea typeface="Calibri" panose="020F0502020204030204" pitchFamily="34" charset="0"/>
                  <a:cs typeface="Calibri" panose="020F0502020204030204" pitchFamily="34" charset="0"/>
                </a:endParaRPr>
              </a:p>
            </p:txBody>
          </p:sp>
          <p:sp>
            <p:nvSpPr>
              <p:cNvPr id="45" name="Right Triangle 44">
                <a:extLst>
                  <a:ext uri="{FF2B5EF4-FFF2-40B4-BE49-F238E27FC236}">
                    <a16:creationId xmlns:a16="http://schemas.microsoft.com/office/drawing/2014/main" id="{EE1BA774-5FF6-D40A-E82F-F2F5C39C1175}"/>
                  </a:ext>
                </a:extLst>
              </p:cNvPr>
              <p:cNvSpPr/>
              <p:nvPr/>
            </p:nvSpPr>
            <p:spPr>
              <a:xfrm rot="10800000" flipH="1">
                <a:off x="5140279" y="4136938"/>
                <a:ext cx="154049" cy="365351"/>
              </a:xfrm>
              <a:prstGeom prst="rtTriangl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grpSp>
          <p:nvGrpSpPr>
            <p:cNvPr id="48" name="Group 47">
              <a:extLst>
                <a:ext uri="{FF2B5EF4-FFF2-40B4-BE49-F238E27FC236}">
                  <a16:creationId xmlns:a16="http://schemas.microsoft.com/office/drawing/2014/main" id="{053E100D-0892-C242-8C8E-23BB02E79611}"/>
                </a:ext>
              </a:extLst>
            </p:cNvPr>
            <p:cNvGrpSpPr/>
            <p:nvPr/>
          </p:nvGrpSpPr>
          <p:grpSpPr>
            <a:xfrm>
              <a:off x="3599928" y="4647058"/>
              <a:ext cx="1464620" cy="365761"/>
              <a:chOff x="3599928" y="4647058"/>
              <a:chExt cx="1464620" cy="365761"/>
            </a:xfrm>
          </p:grpSpPr>
          <p:sp>
            <p:nvSpPr>
              <p:cNvPr id="40" name="Rectangle 39">
                <a:extLst>
                  <a:ext uri="{FF2B5EF4-FFF2-40B4-BE49-F238E27FC236}">
                    <a16:creationId xmlns:a16="http://schemas.microsoft.com/office/drawing/2014/main" id="{311433FD-8B92-492B-4581-2045AC814300}"/>
                  </a:ext>
                </a:extLst>
              </p:cNvPr>
              <p:cNvSpPr/>
              <p:nvPr/>
            </p:nvSpPr>
            <p:spPr>
              <a:xfrm>
                <a:off x="3599928" y="4647059"/>
                <a:ext cx="1314972" cy="365760"/>
              </a:xfrm>
              <a:prstGeom prst="rect">
                <a:avLst/>
              </a:prstGeom>
              <a:solidFill>
                <a:srgbClr val="0070C0"/>
              </a:solidFill>
              <a:ln w="12700" cap="flat" cmpd="sng" algn="ctr">
                <a:noFill/>
                <a:prstDash val="solid"/>
                <a:miter lim="800000"/>
              </a:ln>
              <a:effectLst/>
            </p:spPr>
            <p:txBody>
              <a:bodyPr tIns="182880" rtlCol="0" anchor="ctr" anchorCtr="0"/>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0" cap="none" spc="0" normalizeH="0" baseline="0" noProof="0" dirty="0">
                    <a:ln>
                      <a:noFill/>
                    </a:ln>
                    <a:solidFill>
                      <a:schemeClr val="bg1"/>
                    </a:solidFill>
                    <a:effectLst/>
                    <a:uLnTx/>
                    <a:uFillTx/>
                    <a:latin typeface="Aptos" panose="020B0004020202020204" pitchFamily="34" charset="0"/>
                    <a:ea typeface="Calibri" panose="020F0502020204030204" pitchFamily="34" charset="0"/>
                    <a:cs typeface="Calibri" panose="020F0502020204030204" pitchFamily="34" charset="0"/>
                  </a:rPr>
                  <a:t>Digital &amp; Analytics</a:t>
                </a:r>
              </a:p>
              <a:p>
                <a:pPr marL="0" marR="0" lvl="0" indent="0" defTabSz="914400" rtl="0" eaLnBrk="1" fontAlgn="base" latinLnBrk="0" hangingPunct="1">
                  <a:lnSpc>
                    <a:spcPct val="100000"/>
                  </a:lnSpc>
                  <a:spcBef>
                    <a:spcPct val="0"/>
                  </a:spcBef>
                  <a:spcAft>
                    <a:spcPct val="0"/>
                  </a:spcAft>
                  <a:buClrTx/>
                  <a:buSzTx/>
                  <a:buFontTx/>
                  <a:buNone/>
                  <a:tabLst/>
                  <a:defRPr/>
                </a:pPr>
                <a:endParaRPr lang="en-US" sz="1000" b="1" kern="0" dirty="0">
                  <a:solidFill>
                    <a:schemeClr val="bg1"/>
                  </a:solidFill>
                  <a:latin typeface="Aptos" panose="020B0004020202020204" pitchFamily="34" charset="0"/>
                  <a:ea typeface="Calibri" panose="020F0502020204030204" pitchFamily="34" charset="0"/>
                  <a:cs typeface="Calibri" panose="020F0502020204030204" pitchFamily="34" charset="0"/>
                </a:endParaRPr>
              </a:p>
            </p:txBody>
          </p:sp>
          <p:sp>
            <p:nvSpPr>
              <p:cNvPr id="46" name="Right Triangle 45">
                <a:extLst>
                  <a:ext uri="{FF2B5EF4-FFF2-40B4-BE49-F238E27FC236}">
                    <a16:creationId xmlns:a16="http://schemas.microsoft.com/office/drawing/2014/main" id="{B0FB8E66-F1B4-AAA3-D8A5-E6980DED5560}"/>
                  </a:ext>
                </a:extLst>
              </p:cNvPr>
              <p:cNvSpPr/>
              <p:nvPr/>
            </p:nvSpPr>
            <p:spPr>
              <a:xfrm rot="10800000" flipH="1">
                <a:off x="4910499" y="4647058"/>
                <a:ext cx="154049" cy="365351"/>
              </a:xfrm>
              <a:prstGeom prst="rtTriangl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grpSp>
    </p:spTree>
    <p:extLst>
      <p:ext uri="{BB962C8B-B14F-4D97-AF65-F5344CB8AC3E}">
        <p14:creationId xmlns:p14="http://schemas.microsoft.com/office/powerpoint/2010/main" val="8369673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28BDD-23E6-F7BC-8B84-DF70CCC47949}"/>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E57381F8-1515-3FB0-2CFF-0BE5A3AA6069}"/>
              </a:ext>
            </a:extLst>
          </p:cNvPr>
          <p:cNvSpPr/>
          <p:nvPr/>
        </p:nvSpPr>
        <p:spPr>
          <a:xfrm>
            <a:off x="3408255" y="925569"/>
            <a:ext cx="8783744" cy="592244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3EFF2DB0-28BC-0BF5-013E-9BAACC31133A}"/>
              </a:ext>
            </a:extLst>
          </p:cNvPr>
          <p:cNvSpPr txBox="1">
            <a:spLocks/>
          </p:cNvSpPr>
          <p:nvPr/>
        </p:nvSpPr>
        <p:spPr>
          <a:xfrm>
            <a:off x="5289630" y="244826"/>
            <a:ext cx="3993266" cy="396267"/>
          </a:xfrm>
          <a:prstGeom prst="rect">
            <a:avLst/>
          </a:prstGeom>
        </p:spPr>
        <p:txBody>
          <a:bodyPr anchor="ctr" anchorCtr="0"/>
          <a:lstStyle>
            <a:defPPr>
              <a:defRPr lang="en-US"/>
            </a:defPPr>
            <a:lvl1pPr fontAlgn="auto">
              <a:lnSpc>
                <a:spcPct val="90000"/>
              </a:lnSpc>
              <a:spcBef>
                <a:spcPts val="0"/>
              </a:spcBef>
              <a:spcAft>
                <a:spcPts val="0"/>
              </a:spcAft>
              <a:defRPr b="1">
                <a:solidFill>
                  <a:srgbClr val="00B0F0"/>
                </a:solidFill>
                <a:latin typeface="Aptos" panose="02110004020202020204"/>
                <a:ea typeface="Calibri" panose="020F0502020204030204" pitchFamily="34" charset="0"/>
                <a:cs typeface="Calibri" panose="020F0502020204030204" pitchFamily="34" charset="0"/>
              </a:defRPr>
            </a:lvl1pPr>
            <a:lvl2pPr marL="685800" indent="-228600" defTabSz="914400" eaLnBrk="1" latinLnBrk="0" hangingPunct="1">
              <a:lnSpc>
                <a:spcPct val="90000"/>
              </a:lnSpc>
              <a:spcBef>
                <a:spcPts val="500"/>
              </a:spcBef>
              <a:buFont typeface="Arial" panose="020B0604020202020204" pitchFamily="34" charset="0"/>
              <a:buChar char="•"/>
              <a:defRPr sz="2400">
                <a:latin typeface="Arial" panose="020B0604020202020204" pitchFamily="34" charset="0"/>
                <a:cs typeface="Arial" panose="020B0604020202020204" pitchFamily="34" charset="0"/>
              </a:defRPr>
            </a:lvl2pPr>
            <a:lvl3pPr marL="1143000" indent="-228600" defTabSz="914400" eaLnBrk="1" latinLnBrk="0" hangingPunct="1">
              <a:lnSpc>
                <a:spcPct val="90000"/>
              </a:lnSpc>
              <a:spcBef>
                <a:spcPts val="500"/>
              </a:spcBef>
              <a:buFont typeface="Arial" panose="020B0604020202020204" pitchFamily="34" charset="0"/>
              <a:buChar char="•"/>
              <a:defRPr sz="2000">
                <a:latin typeface="Arial" panose="020B0604020202020204" pitchFamily="34" charset="0"/>
                <a:cs typeface="Arial" panose="020B0604020202020204" pitchFamily="34" charset="0"/>
              </a:defRPr>
            </a:lvl3pPr>
            <a:lvl4pPr marL="1600200" indent="-228600" defTabSz="914400" eaLnBrk="1" latinLnBrk="0" hangingPunct="1">
              <a:lnSpc>
                <a:spcPct val="90000"/>
              </a:lnSpc>
              <a:spcBef>
                <a:spcPts val="500"/>
              </a:spcBef>
              <a:buFont typeface="Arial" panose="020B0604020202020204" pitchFamily="34" charset="0"/>
              <a:buChar char="•"/>
              <a:defRPr sz="1800">
                <a:latin typeface="Arial" panose="020B0604020202020204" pitchFamily="34" charset="0"/>
                <a:cs typeface="Arial" panose="020B0604020202020204" pitchFamily="34" charset="0"/>
              </a:defRPr>
            </a:lvl4pPr>
            <a:lvl5pPr marL="2057400" indent="-228600" defTabSz="914400" eaLnBrk="1" latinLnBrk="0" hangingPunct="1">
              <a:lnSpc>
                <a:spcPct val="90000"/>
              </a:lnSpc>
              <a:spcBef>
                <a:spcPts val="500"/>
              </a:spcBef>
              <a:buFont typeface="Arial" panose="020B0604020202020204" pitchFamily="34" charset="0"/>
              <a:buChar char="•"/>
              <a:defRPr sz="1800">
                <a:latin typeface="Arial" panose="020B0604020202020204" pitchFamily="34" charset="0"/>
                <a:cs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cs typeface="+mn-cs"/>
              </a:defRPr>
            </a:lvl6pPr>
            <a:lvl7pPr marL="2971800" indent="-228600">
              <a:lnSpc>
                <a:spcPct val="90000"/>
              </a:lnSpc>
              <a:spcBef>
                <a:spcPts val="500"/>
              </a:spcBef>
              <a:buFont typeface="Arial" panose="020B0604020202020204" pitchFamily="34" charset="0"/>
              <a:buChar char="•"/>
              <a:defRPr sz="1800">
                <a:latin typeface="+mn-lt"/>
                <a:cs typeface="+mn-cs"/>
              </a:defRPr>
            </a:lvl7pPr>
            <a:lvl8pPr marL="3429000" indent="-228600">
              <a:lnSpc>
                <a:spcPct val="90000"/>
              </a:lnSpc>
              <a:spcBef>
                <a:spcPts val="500"/>
              </a:spcBef>
              <a:buFont typeface="Arial" panose="020B0604020202020204" pitchFamily="34" charset="0"/>
              <a:buChar char="•"/>
              <a:defRPr sz="1800">
                <a:latin typeface="+mn-lt"/>
                <a:cs typeface="+mn-cs"/>
              </a:defRPr>
            </a:lvl8pPr>
            <a:lvl9pPr marL="3886200" indent="-228600">
              <a:lnSpc>
                <a:spcPct val="90000"/>
              </a:lnSpc>
              <a:spcBef>
                <a:spcPts val="500"/>
              </a:spcBef>
              <a:buFont typeface="Arial" panose="020B0604020202020204" pitchFamily="34" charset="0"/>
              <a:buChar char="•"/>
              <a:defRPr sz="1800">
                <a:latin typeface="+mn-lt"/>
                <a:cs typeface="+mn-cs"/>
              </a:defRPr>
            </a:lvl9pPr>
          </a:lstStyle>
          <a:p>
            <a:pPr lvl="0" algn="ctr">
              <a:defRPr/>
            </a:pPr>
            <a:r>
              <a:rPr lang="en-US" kern="0" dirty="0"/>
              <a:t>Our Service Offerings</a:t>
            </a:r>
          </a:p>
        </p:txBody>
      </p:sp>
      <p:sp>
        <p:nvSpPr>
          <p:cNvPr id="3" name="Rectangle 2">
            <a:extLst>
              <a:ext uri="{FF2B5EF4-FFF2-40B4-BE49-F238E27FC236}">
                <a16:creationId xmlns:a16="http://schemas.microsoft.com/office/drawing/2014/main" id="{5768AB72-E384-9159-021B-D91857E518D9}"/>
              </a:ext>
            </a:extLst>
          </p:cNvPr>
          <p:cNvSpPr/>
          <p:nvPr/>
        </p:nvSpPr>
        <p:spPr>
          <a:xfrm>
            <a:off x="3408255" y="926569"/>
            <a:ext cx="8783742" cy="835313"/>
          </a:xfrm>
          <a:prstGeom prst="rect">
            <a:avLst/>
          </a:prstGeom>
          <a:solidFill>
            <a:schemeClr val="bg1">
              <a:lumMod val="85000"/>
            </a:schemeClr>
          </a:solidFill>
          <a:ln w="12700" cap="flat" cmpd="sng" algn="ctr">
            <a:noFill/>
            <a:prstDash val="solid"/>
            <a:miter lim="800000"/>
          </a:ln>
          <a:effectLst/>
        </p:spPr>
        <p:txBody>
          <a:bodyPr tIns="182880" rtlCol="0" anchor="t" anchorCtr="0"/>
          <a:lstStyle/>
          <a:p>
            <a:r>
              <a:rPr lang="en-US" sz="1100" dirty="0"/>
              <a:t>With our strategic focus on clinical data that drives supply chain, Hyperchain Solution guides enterprises through </a:t>
            </a:r>
            <a:r>
              <a:rPr lang="en-US" sz="1100" b="1" dirty="0"/>
              <a:t>transformations that generates measurable and sustainable impact.</a:t>
            </a:r>
            <a:endParaRPr lang="en-US" sz="1100" dirty="0"/>
          </a:p>
        </p:txBody>
      </p:sp>
      <p:sp>
        <p:nvSpPr>
          <p:cNvPr id="7" name="Rectangle 6">
            <a:extLst>
              <a:ext uri="{FF2B5EF4-FFF2-40B4-BE49-F238E27FC236}">
                <a16:creationId xmlns:a16="http://schemas.microsoft.com/office/drawing/2014/main" id="{24CE4496-4407-2B86-0E69-41ECCCA0C2A7}"/>
              </a:ext>
            </a:extLst>
          </p:cNvPr>
          <p:cNvSpPr/>
          <p:nvPr/>
        </p:nvSpPr>
        <p:spPr>
          <a:xfrm>
            <a:off x="-4" y="925570"/>
            <a:ext cx="3408256" cy="671330"/>
          </a:xfrm>
          <a:prstGeom prst="rect">
            <a:avLst/>
          </a:prstGeom>
          <a:solidFill>
            <a:srgbClr val="00B0F0"/>
          </a:solidFill>
          <a:ln w="12700" cap="flat" cmpd="sng" algn="ctr">
            <a:noFill/>
            <a:prstDash val="solid"/>
            <a:miter lim="800000"/>
          </a:ln>
          <a:effectLst/>
        </p:spPr>
        <p:txBody>
          <a:bodyPr tIns="0" rtlCol="0" anchor="ctr"/>
          <a:lstStyle/>
          <a:p>
            <a:pPr fontAlgn="base">
              <a:spcBef>
                <a:spcPct val="0"/>
              </a:spcBef>
              <a:spcAft>
                <a:spcPct val="0"/>
              </a:spcAft>
            </a:pPr>
            <a:r>
              <a:rPr lang="en-US" sz="1400" b="1" dirty="0">
                <a:solidFill>
                  <a:schemeClr val="bg1"/>
                </a:solidFill>
              </a:rPr>
              <a:t>Tagline – </a:t>
            </a:r>
          </a:p>
          <a:p>
            <a:pPr fontAlgn="base">
              <a:spcBef>
                <a:spcPct val="0"/>
              </a:spcBef>
              <a:spcAft>
                <a:spcPct val="0"/>
              </a:spcAft>
            </a:pPr>
            <a:r>
              <a:rPr lang="en-US" sz="1400" b="1" dirty="0">
                <a:solidFill>
                  <a:schemeClr val="bg1"/>
                </a:solidFill>
              </a:rPr>
              <a:t>Engineering your Supply Chain data</a:t>
            </a:r>
            <a:endParaRPr lang="en-US" sz="1400" b="1" kern="0" dirty="0">
              <a:solidFill>
                <a:schemeClr val="bg1"/>
              </a:solidFill>
              <a:latin typeface="Aptos" panose="020B0004020202020204" pitchFamily="34" charset="0"/>
              <a:ea typeface="Calibri" panose="020F0502020204030204" pitchFamily="34" charset="0"/>
              <a:cs typeface="Calibri" panose="020F0502020204030204" pitchFamily="34" charset="0"/>
            </a:endParaRPr>
          </a:p>
        </p:txBody>
      </p:sp>
      <p:pic>
        <p:nvPicPr>
          <p:cNvPr id="13" name="Picture 12">
            <a:extLst>
              <a:ext uri="{FF2B5EF4-FFF2-40B4-BE49-F238E27FC236}">
                <a16:creationId xmlns:a16="http://schemas.microsoft.com/office/drawing/2014/main" id="{F35BE1F0-675E-4EB1-3007-FB0848EB7BE5}"/>
              </a:ext>
            </a:extLst>
          </p:cNvPr>
          <p:cNvPicPr>
            <a:picLocks noChangeAspect="1"/>
          </p:cNvPicPr>
          <p:nvPr/>
        </p:nvPicPr>
        <p:blipFill>
          <a:blip r:embed="rId2"/>
          <a:stretch>
            <a:fillRect/>
          </a:stretch>
        </p:blipFill>
        <p:spPr>
          <a:xfrm>
            <a:off x="0" y="4608138"/>
            <a:ext cx="3408257" cy="2249862"/>
          </a:xfrm>
          <a:prstGeom prst="rect">
            <a:avLst/>
          </a:prstGeom>
        </p:spPr>
      </p:pic>
      <p:sp>
        <p:nvSpPr>
          <p:cNvPr id="6" name="Rectangle 5">
            <a:extLst>
              <a:ext uri="{FF2B5EF4-FFF2-40B4-BE49-F238E27FC236}">
                <a16:creationId xmlns:a16="http://schemas.microsoft.com/office/drawing/2014/main" id="{49007F26-7477-2194-9243-92BB14913E15}"/>
              </a:ext>
            </a:extLst>
          </p:cNvPr>
          <p:cNvSpPr/>
          <p:nvPr/>
        </p:nvSpPr>
        <p:spPr>
          <a:xfrm>
            <a:off x="3408255" y="1792120"/>
            <a:ext cx="8783742" cy="5055894"/>
          </a:xfrm>
          <a:prstGeom prst="rect">
            <a:avLst/>
          </a:prstGeom>
          <a:solidFill>
            <a:schemeClr val="accent4">
              <a:lumMod val="20000"/>
              <a:lumOff val="80000"/>
            </a:schemeClr>
          </a:solidFill>
          <a:ln w="12700" cap="flat" cmpd="sng" algn="ctr">
            <a:noFill/>
            <a:prstDash val="solid"/>
            <a:miter lim="800000"/>
          </a:ln>
          <a:effectLst/>
        </p:spPr>
        <p:txBody>
          <a:bodyPr tIns="182880" rtlCol="0" anchor="t" anchorCtr="0"/>
          <a:lstStyle/>
          <a:p>
            <a:r>
              <a:rPr lang="en-US" dirty="0"/>
              <a:t>Key Areas of Expertise - </a:t>
            </a:r>
            <a:r>
              <a:rPr lang="en-US" b="1" dirty="0">
                <a:solidFill>
                  <a:srgbClr val="212934"/>
                </a:solidFill>
                <a:latin typeface="Aptos" panose="020B0004020202020204" pitchFamily="34" charset="0"/>
              </a:rPr>
              <a:t>Data Engineering and Integration Services</a:t>
            </a:r>
            <a:endParaRPr lang="en-US" dirty="0"/>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1"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a:p>
            <a:pPr lvl="0" fontAlgn="base">
              <a:spcBef>
                <a:spcPct val="0"/>
              </a:spcBef>
              <a:spcAft>
                <a:spcPct val="0"/>
              </a:spcAft>
              <a:defRPr/>
            </a:pPr>
            <a:endParaRPr kumimoji="0" lang="en-US" sz="1100" b="0"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p:txBody>
      </p:sp>
      <p:sp>
        <p:nvSpPr>
          <p:cNvPr id="15" name="Title 1">
            <a:extLst>
              <a:ext uri="{FF2B5EF4-FFF2-40B4-BE49-F238E27FC236}">
                <a16:creationId xmlns:a16="http://schemas.microsoft.com/office/drawing/2014/main" id="{F1CFF3B3-9587-AEBE-5EC2-39E5797BBF66}"/>
              </a:ext>
            </a:extLst>
          </p:cNvPr>
          <p:cNvSpPr txBox="1">
            <a:spLocks/>
          </p:cNvSpPr>
          <p:nvPr/>
        </p:nvSpPr>
        <p:spPr>
          <a:xfrm>
            <a:off x="-4" y="2071514"/>
            <a:ext cx="3408257" cy="396267"/>
          </a:xfrm>
          <a:prstGeom prst="rect">
            <a:avLst/>
          </a:prstGeom>
          <a:solidFill>
            <a:srgbClr val="002060"/>
          </a:solidFill>
        </p:spPr>
        <p:txBody>
          <a:bodyPr anchor="ctr" anchorCtr="0"/>
          <a:lstStyle>
            <a:defPPr>
              <a:defRPr lang="en-US"/>
            </a:defPPr>
            <a:lvl1pPr fontAlgn="auto">
              <a:lnSpc>
                <a:spcPct val="90000"/>
              </a:lnSpc>
              <a:spcBef>
                <a:spcPts val="0"/>
              </a:spcBef>
              <a:spcAft>
                <a:spcPts val="0"/>
              </a:spcAft>
              <a:defRPr b="1">
                <a:solidFill>
                  <a:srgbClr val="00B0F0"/>
                </a:solidFill>
                <a:latin typeface="Aptos" panose="02110004020202020204"/>
                <a:ea typeface="Calibri" panose="020F0502020204030204" pitchFamily="34" charset="0"/>
                <a:cs typeface="Calibri" panose="020F0502020204030204" pitchFamily="34" charset="0"/>
              </a:defRPr>
            </a:lvl1pPr>
            <a:lvl2pPr marL="685800" indent="-228600" defTabSz="914400" eaLnBrk="1" latinLnBrk="0" hangingPunct="1">
              <a:lnSpc>
                <a:spcPct val="90000"/>
              </a:lnSpc>
              <a:spcBef>
                <a:spcPts val="500"/>
              </a:spcBef>
              <a:buFont typeface="Arial" panose="020B0604020202020204" pitchFamily="34" charset="0"/>
              <a:buChar char="•"/>
              <a:defRPr sz="2400">
                <a:latin typeface="Arial" panose="020B0604020202020204" pitchFamily="34" charset="0"/>
                <a:cs typeface="Arial" panose="020B0604020202020204" pitchFamily="34" charset="0"/>
              </a:defRPr>
            </a:lvl2pPr>
            <a:lvl3pPr marL="1143000" indent="-228600" defTabSz="914400" eaLnBrk="1" latinLnBrk="0" hangingPunct="1">
              <a:lnSpc>
                <a:spcPct val="90000"/>
              </a:lnSpc>
              <a:spcBef>
                <a:spcPts val="500"/>
              </a:spcBef>
              <a:buFont typeface="Arial" panose="020B0604020202020204" pitchFamily="34" charset="0"/>
              <a:buChar char="•"/>
              <a:defRPr sz="2000">
                <a:latin typeface="Arial" panose="020B0604020202020204" pitchFamily="34" charset="0"/>
                <a:cs typeface="Arial" panose="020B0604020202020204" pitchFamily="34" charset="0"/>
              </a:defRPr>
            </a:lvl3pPr>
            <a:lvl4pPr marL="1600200" indent="-228600" defTabSz="914400" eaLnBrk="1" latinLnBrk="0" hangingPunct="1">
              <a:lnSpc>
                <a:spcPct val="90000"/>
              </a:lnSpc>
              <a:spcBef>
                <a:spcPts val="500"/>
              </a:spcBef>
              <a:buFont typeface="Arial" panose="020B0604020202020204" pitchFamily="34" charset="0"/>
              <a:buChar char="•"/>
              <a:defRPr sz="1800">
                <a:latin typeface="Arial" panose="020B0604020202020204" pitchFamily="34" charset="0"/>
                <a:cs typeface="Arial" panose="020B0604020202020204" pitchFamily="34" charset="0"/>
              </a:defRPr>
            </a:lvl4pPr>
            <a:lvl5pPr marL="2057400" indent="-228600" defTabSz="914400" eaLnBrk="1" latinLnBrk="0" hangingPunct="1">
              <a:lnSpc>
                <a:spcPct val="90000"/>
              </a:lnSpc>
              <a:spcBef>
                <a:spcPts val="500"/>
              </a:spcBef>
              <a:buFont typeface="Arial" panose="020B0604020202020204" pitchFamily="34" charset="0"/>
              <a:buChar char="•"/>
              <a:defRPr sz="1800">
                <a:latin typeface="Arial" panose="020B0604020202020204" pitchFamily="34" charset="0"/>
                <a:cs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cs typeface="+mn-cs"/>
              </a:defRPr>
            </a:lvl6pPr>
            <a:lvl7pPr marL="2971800" indent="-228600">
              <a:lnSpc>
                <a:spcPct val="90000"/>
              </a:lnSpc>
              <a:spcBef>
                <a:spcPts val="500"/>
              </a:spcBef>
              <a:buFont typeface="Arial" panose="020B0604020202020204" pitchFamily="34" charset="0"/>
              <a:buChar char="•"/>
              <a:defRPr sz="1800">
                <a:latin typeface="+mn-lt"/>
                <a:cs typeface="+mn-cs"/>
              </a:defRPr>
            </a:lvl7pPr>
            <a:lvl8pPr marL="3429000" indent="-228600">
              <a:lnSpc>
                <a:spcPct val="90000"/>
              </a:lnSpc>
              <a:spcBef>
                <a:spcPts val="500"/>
              </a:spcBef>
              <a:buFont typeface="Arial" panose="020B0604020202020204" pitchFamily="34" charset="0"/>
              <a:buChar char="•"/>
              <a:defRPr sz="1800">
                <a:latin typeface="+mn-lt"/>
                <a:cs typeface="+mn-cs"/>
              </a:defRPr>
            </a:lvl8pPr>
            <a:lvl9pPr marL="3886200" indent="-228600">
              <a:lnSpc>
                <a:spcPct val="90000"/>
              </a:lnSpc>
              <a:spcBef>
                <a:spcPts val="500"/>
              </a:spcBef>
              <a:buFont typeface="Arial" panose="020B0604020202020204" pitchFamily="34" charset="0"/>
              <a:buChar char="•"/>
              <a:defRPr sz="1800">
                <a:latin typeface="+mn-lt"/>
                <a:cs typeface="+mn-cs"/>
              </a:defRPr>
            </a:lvl9pPr>
          </a:lstStyle>
          <a:p>
            <a:pPr marL="0" marR="0" lvl="0" indent="0" defTabSz="914400" rtl="0" eaLnBrk="1" fontAlgn="auto" latinLnBrk="0" hangingPunct="1">
              <a:lnSpc>
                <a:spcPct val="90000"/>
              </a:lnSpc>
              <a:spcBef>
                <a:spcPts val="0"/>
              </a:spcBef>
              <a:spcAft>
                <a:spcPts val="0"/>
              </a:spcAft>
              <a:buClrTx/>
              <a:buSzTx/>
              <a:buFontTx/>
              <a:buNone/>
              <a:tabLst/>
              <a:defRPr/>
            </a:pPr>
            <a:r>
              <a:rPr lang="en-US" sz="1050" kern="0" dirty="0">
                <a:solidFill>
                  <a:schemeClr val="bg1">
                    <a:lumMod val="95000"/>
                  </a:schemeClr>
                </a:solidFill>
              </a:rPr>
              <a:t>Implementation Partners</a:t>
            </a:r>
            <a:endParaRPr kumimoji="0" sz="1050" b="1" i="0" u="none" strike="noStrike" kern="0" cap="none" spc="0" normalizeH="0" baseline="0" noProof="0" dirty="0">
              <a:ln>
                <a:noFill/>
              </a:ln>
              <a:solidFill>
                <a:schemeClr val="bg1">
                  <a:lumMod val="95000"/>
                </a:schemeClr>
              </a:solidFill>
              <a:effectLst/>
              <a:uLnTx/>
              <a:uFillTx/>
              <a:latin typeface="Aptos" panose="02110004020202020204"/>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5F8B8708-75B0-145D-7CFB-2F545BB1FB04}"/>
              </a:ext>
            </a:extLst>
          </p:cNvPr>
          <p:cNvSpPr txBox="1"/>
          <p:nvPr/>
        </p:nvSpPr>
        <p:spPr>
          <a:xfrm>
            <a:off x="3516663" y="2340663"/>
            <a:ext cx="8434260" cy="3776174"/>
          </a:xfrm>
          <a:prstGeom prst="rect">
            <a:avLst/>
          </a:prstGeom>
          <a:solidFill>
            <a:schemeClr val="bg1">
              <a:lumMod val="95000"/>
            </a:schemeClr>
          </a:solidFill>
        </p:spPr>
        <p:txBody>
          <a:bodyPr wrap="square" tIns="45720">
            <a:noAutofit/>
          </a:bodyPr>
          <a:lstStyle/>
          <a:p>
            <a:endParaRPr lang="en-US" sz="1000" b="1" i="0" dirty="0">
              <a:solidFill>
                <a:srgbClr val="212934"/>
              </a:solidFill>
              <a:effectLst/>
              <a:latin typeface="Aptos" panose="020B0004020202020204" pitchFamily="34" charset="0"/>
            </a:endParaRPr>
          </a:p>
          <a:p>
            <a:r>
              <a:rPr lang="en-US" sz="1200" b="1" i="0" dirty="0">
                <a:solidFill>
                  <a:srgbClr val="212934"/>
                </a:solidFill>
                <a:effectLst/>
                <a:latin typeface="Aptos" panose="020B0004020202020204" pitchFamily="34" charset="0"/>
              </a:rPr>
              <a:t>Data Engineering and Integration Services: </a:t>
            </a:r>
          </a:p>
          <a:p>
            <a:endParaRPr lang="en-US" sz="1000" dirty="0">
              <a:solidFill>
                <a:srgbClr val="212934"/>
              </a:solidFill>
              <a:latin typeface="Aptos" panose="020B0004020202020204" pitchFamily="34" charset="0"/>
            </a:endParaRPr>
          </a:p>
          <a:p>
            <a:pPr marL="171450" indent="-171450">
              <a:buFont typeface="Aptos" panose="020B0004020202020204" pitchFamily="34" charset="0"/>
              <a:buChar char="›"/>
            </a:pPr>
            <a:r>
              <a:rPr lang="en-US" sz="1000" dirty="0">
                <a:solidFill>
                  <a:srgbClr val="212934"/>
                </a:solidFill>
                <a:latin typeface="Aptos" panose="020B0004020202020204" pitchFamily="34" charset="0"/>
              </a:rPr>
              <a:t>Data Integration &amp; Transformation</a:t>
            </a:r>
          </a:p>
          <a:p>
            <a:pPr marL="628650" lvl="1" indent="-171450">
              <a:buFont typeface="Aptos" panose="020B0004020202020204" pitchFamily="34" charset="0"/>
              <a:buChar char="›"/>
            </a:pPr>
            <a:r>
              <a:rPr lang="en-US" sz="1000" dirty="0">
                <a:solidFill>
                  <a:srgbClr val="212934"/>
                </a:solidFill>
                <a:latin typeface="Aptos" panose="020B0004020202020204" pitchFamily="34" charset="0"/>
              </a:rPr>
              <a:t>Building </a:t>
            </a:r>
            <a:r>
              <a:rPr lang="en-US" sz="1000" b="1" dirty="0">
                <a:solidFill>
                  <a:srgbClr val="002060"/>
                </a:solidFill>
                <a:latin typeface="Aptos" panose="020B0004020202020204" pitchFamily="34" charset="0"/>
              </a:rPr>
              <a:t>deep data clean-room</a:t>
            </a:r>
            <a:r>
              <a:rPr lang="en-US" sz="1000" dirty="0">
                <a:solidFill>
                  <a:srgbClr val="212934"/>
                </a:solidFill>
                <a:latin typeface="Aptos" panose="020B0004020202020204" pitchFamily="34" charset="0"/>
              </a:rPr>
              <a:t>, </a:t>
            </a:r>
            <a:r>
              <a:rPr lang="en-US" sz="1000" b="1" dirty="0">
                <a:solidFill>
                  <a:srgbClr val="002060"/>
                </a:solidFill>
                <a:latin typeface="Aptos" panose="020B0004020202020204" pitchFamily="34" charset="0"/>
              </a:rPr>
              <a:t>data</a:t>
            </a:r>
            <a:r>
              <a:rPr lang="en-US" sz="1000" dirty="0">
                <a:solidFill>
                  <a:srgbClr val="212934"/>
                </a:solidFill>
                <a:latin typeface="Aptos" panose="020B0004020202020204" pitchFamily="34" charset="0"/>
              </a:rPr>
              <a:t> </a:t>
            </a:r>
            <a:r>
              <a:rPr lang="en-US" sz="1000" b="1" dirty="0">
                <a:solidFill>
                  <a:srgbClr val="002060"/>
                </a:solidFill>
                <a:latin typeface="Aptos" panose="020B0004020202020204" pitchFamily="34" charset="0"/>
              </a:rPr>
              <a:t>observability</a:t>
            </a:r>
            <a:r>
              <a:rPr lang="en-US" sz="1000" dirty="0">
                <a:solidFill>
                  <a:srgbClr val="212934"/>
                </a:solidFill>
                <a:latin typeface="Aptos" panose="020B0004020202020204" pitchFamily="34" charset="0"/>
              </a:rPr>
              <a:t> services, harmonization and normalization, Process health and metrics derived through tools like </a:t>
            </a:r>
            <a:r>
              <a:rPr lang="en-US" sz="1000" b="1" dirty="0">
                <a:solidFill>
                  <a:srgbClr val="002060"/>
                </a:solidFill>
                <a:latin typeface="Aptos" panose="020B0004020202020204" pitchFamily="34" charset="0"/>
              </a:rPr>
              <a:t>ProcIndex, Smart Modeler</a:t>
            </a:r>
          </a:p>
          <a:p>
            <a:pPr marL="628650" lvl="1" indent="-171450">
              <a:buFont typeface="Aptos" panose="020B0004020202020204" pitchFamily="34" charset="0"/>
              <a:buChar char="›"/>
            </a:pPr>
            <a:r>
              <a:rPr lang="en-US" sz="1000" dirty="0">
                <a:solidFill>
                  <a:srgbClr val="212934"/>
                </a:solidFill>
                <a:latin typeface="Aptos" panose="020B0004020202020204" pitchFamily="34" charset="0"/>
              </a:rPr>
              <a:t>Implementation, Enhancements, Interface development  &amp; ongoing BAU support on </a:t>
            </a:r>
            <a:r>
              <a:rPr lang="en-US" sz="1000" b="1" dirty="0">
                <a:solidFill>
                  <a:srgbClr val="002060"/>
                </a:solidFill>
                <a:latin typeface="Aptos" panose="020B0004020202020204" pitchFamily="34" charset="0"/>
              </a:rPr>
              <a:t>SAP S/4 Hana, Oracle NetSuite</a:t>
            </a:r>
          </a:p>
          <a:p>
            <a:pPr marL="171450" indent="-171450">
              <a:buFont typeface="Aptos" panose="020B0004020202020204" pitchFamily="34" charset="0"/>
              <a:buChar char="›"/>
            </a:pPr>
            <a:r>
              <a:rPr lang="en-US" sz="1000" dirty="0">
                <a:latin typeface="Aptos" panose="020B0004020202020204" pitchFamily="34" charset="0"/>
              </a:rPr>
              <a:t>Data debt and Process Maturity Analysis</a:t>
            </a:r>
          </a:p>
          <a:p>
            <a:pPr marL="628650" lvl="1" indent="-171450">
              <a:buFont typeface="Aptos" panose="020B0004020202020204" pitchFamily="34" charset="0"/>
              <a:buChar char="›"/>
            </a:pPr>
            <a:r>
              <a:rPr lang="en-US" sz="1000" dirty="0">
                <a:latin typeface="Aptos" panose="020B0004020202020204" pitchFamily="34" charset="0"/>
              </a:rPr>
              <a:t>Benchmarking, Gaps to Industry best practices, Process-mining led analysis</a:t>
            </a:r>
          </a:p>
          <a:p>
            <a:pPr marL="171450" indent="-171450">
              <a:buFont typeface="Aptos" panose="020B0004020202020204" pitchFamily="34" charset="0"/>
              <a:buChar char="›"/>
            </a:pPr>
            <a:r>
              <a:rPr lang="en-US" sz="1000" dirty="0">
                <a:solidFill>
                  <a:srgbClr val="212934"/>
                </a:solidFill>
                <a:latin typeface="Aptos" panose="020B0004020202020204" pitchFamily="34" charset="0"/>
              </a:rPr>
              <a:t>Future state Process design</a:t>
            </a:r>
          </a:p>
          <a:p>
            <a:pPr marL="628650" lvl="1" indent="-171450">
              <a:buFont typeface="Aptos" panose="020B0004020202020204" pitchFamily="34" charset="0"/>
              <a:buChar char="›"/>
            </a:pPr>
            <a:r>
              <a:rPr lang="en-US" sz="1000" b="1" dirty="0">
                <a:solidFill>
                  <a:srgbClr val="002060"/>
                </a:solidFill>
                <a:latin typeface="Aptos" panose="020B0004020202020204" pitchFamily="34" charset="0"/>
              </a:rPr>
              <a:t>Monte Carlo Scenario Planner</a:t>
            </a:r>
            <a:r>
              <a:rPr lang="en-US" sz="1000" dirty="0">
                <a:solidFill>
                  <a:srgbClr val="212934"/>
                </a:solidFill>
                <a:latin typeface="Aptos" panose="020B0004020202020204" pitchFamily="34" charset="0"/>
              </a:rPr>
              <a:t>, Blueprinting to process mapping, metrics, control and AI governance</a:t>
            </a:r>
          </a:p>
          <a:p>
            <a:pPr marL="171450" lvl="1" indent="-171450">
              <a:buFont typeface="Aptos" panose="020B0004020202020204" pitchFamily="34" charset="0"/>
              <a:buChar char="›"/>
            </a:pPr>
            <a:r>
              <a:rPr lang="en-US" sz="1000" dirty="0">
                <a:solidFill>
                  <a:srgbClr val="212934"/>
                </a:solidFill>
                <a:latin typeface="Aptos" panose="020B0004020202020204" pitchFamily="34" charset="0"/>
              </a:rPr>
              <a:t>Digital Interventions &amp; Analytics</a:t>
            </a:r>
          </a:p>
          <a:p>
            <a:pPr marL="628650" lvl="2" indent="-171450">
              <a:buFont typeface="Aptos" panose="020B0004020202020204" pitchFamily="34" charset="0"/>
              <a:buChar char="›"/>
            </a:pPr>
            <a:r>
              <a:rPr lang="en-US" sz="1000" dirty="0">
                <a:solidFill>
                  <a:srgbClr val="212934"/>
                </a:solidFill>
                <a:latin typeface="Aptos" panose="020B0004020202020204" pitchFamily="34" charset="0"/>
              </a:rPr>
              <a:t>Identify quick wins to deliver immediate $ benefits across </a:t>
            </a:r>
            <a:r>
              <a:rPr lang="en-US" sz="1000" b="1" dirty="0">
                <a:solidFill>
                  <a:srgbClr val="002060"/>
                </a:solidFill>
                <a:latin typeface="Aptos" panose="020B0004020202020204" pitchFamily="34" charset="0"/>
              </a:rPr>
              <a:t>Automation-Analytics-AI</a:t>
            </a:r>
          </a:p>
          <a:p>
            <a:pPr marL="628650" lvl="2" indent="-171450">
              <a:buFont typeface="Aptos" panose="020B0004020202020204" pitchFamily="34" charset="0"/>
              <a:buChar char="›"/>
            </a:pPr>
            <a:r>
              <a:rPr lang="en-US" sz="1000" dirty="0">
                <a:solidFill>
                  <a:srgbClr val="212934"/>
                </a:solidFill>
                <a:latin typeface="Aptos" panose="020B0004020202020204" pitchFamily="34" charset="0"/>
              </a:rPr>
              <a:t>Setting up your </a:t>
            </a:r>
            <a:r>
              <a:rPr lang="en-US" sz="1000" b="1" dirty="0">
                <a:solidFill>
                  <a:srgbClr val="002060"/>
                </a:solidFill>
                <a:latin typeface="Aptos" panose="020B0004020202020204" pitchFamily="34" charset="0"/>
              </a:rPr>
              <a:t>AI Model test labs</a:t>
            </a:r>
          </a:p>
          <a:p>
            <a:endParaRPr lang="en-US" sz="1200" dirty="0">
              <a:solidFill>
                <a:srgbClr val="212934"/>
              </a:solidFill>
              <a:latin typeface="Aptos" panose="020B0004020202020204" pitchFamily="34" charset="0"/>
            </a:endParaRPr>
          </a:p>
          <a:p>
            <a:r>
              <a:rPr lang="en-US" sz="1200" b="1" dirty="0">
                <a:solidFill>
                  <a:srgbClr val="0070C0"/>
                </a:solidFill>
                <a:latin typeface="Aptos" panose="020B0004020202020204" pitchFamily="34" charset="0"/>
              </a:rPr>
              <a:t>Book a Discovery call </a:t>
            </a:r>
            <a:r>
              <a:rPr lang="en-US" sz="1200" b="1" dirty="0">
                <a:solidFill>
                  <a:srgbClr val="212934"/>
                </a:solidFill>
                <a:latin typeface="Aptos" panose="020B0004020202020204" pitchFamily="34" charset="0"/>
              </a:rPr>
              <a:t>with us to learn more on the above</a:t>
            </a:r>
          </a:p>
          <a:p>
            <a:pPr marL="171450" indent="-171450">
              <a:buFont typeface="Aptos" panose="020B0004020202020204" pitchFamily="34" charset="0"/>
              <a:buChar char="›"/>
            </a:pPr>
            <a:endParaRPr lang="en-US" sz="1000" dirty="0">
              <a:latin typeface="Aptos" panose="020B0004020202020204" pitchFamily="34" charset="0"/>
            </a:endParaRPr>
          </a:p>
        </p:txBody>
      </p:sp>
      <p:pic>
        <p:nvPicPr>
          <p:cNvPr id="12" name="Picture 11">
            <a:extLst>
              <a:ext uri="{FF2B5EF4-FFF2-40B4-BE49-F238E27FC236}">
                <a16:creationId xmlns:a16="http://schemas.microsoft.com/office/drawing/2014/main" id="{E4B1519E-4A66-6EF2-C321-90F47851945A}"/>
              </a:ext>
            </a:extLst>
          </p:cNvPr>
          <p:cNvPicPr>
            <a:picLocks noChangeAspect="1"/>
          </p:cNvPicPr>
          <p:nvPr/>
        </p:nvPicPr>
        <p:blipFill>
          <a:blip r:embed="rId3"/>
          <a:stretch>
            <a:fillRect/>
          </a:stretch>
        </p:blipFill>
        <p:spPr>
          <a:xfrm>
            <a:off x="28979" y="2633443"/>
            <a:ext cx="814508" cy="372110"/>
          </a:xfrm>
          <a:prstGeom prst="rect">
            <a:avLst/>
          </a:prstGeom>
        </p:spPr>
      </p:pic>
      <p:pic>
        <p:nvPicPr>
          <p:cNvPr id="18" name="Picture 17">
            <a:extLst>
              <a:ext uri="{FF2B5EF4-FFF2-40B4-BE49-F238E27FC236}">
                <a16:creationId xmlns:a16="http://schemas.microsoft.com/office/drawing/2014/main" id="{396EF102-7325-94B2-104C-79ADDE62AF57}"/>
              </a:ext>
            </a:extLst>
          </p:cNvPr>
          <p:cNvPicPr>
            <a:picLocks noChangeAspect="1"/>
          </p:cNvPicPr>
          <p:nvPr/>
        </p:nvPicPr>
        <p:blipFill>
          <a:blip r:embed="rId4"/>
          <a:stretch>
            <a:fillRect/>
          </a:stretch>
        </p:blipFill>
        <p:spPr>
          <a:xfrm>
            <a:off x="1008279" y="2633892"/>
            <a:ext cx="1268738" cy="388057"/>
          </a:xfrm>
          <a:prstGeom prst="rect">
            <a:avLst/>
          </a:prstGeom>
        </p:spPr>
      </p:pic>
      <p:pic>
        <p:nvPicPr>
          <p:cNvPr id="20" name="Picture 19">
            <a:extLst>
              <a:ext uri="{FF2B5EF4-FFF2-40B4-BE49-F238E27FC236}">
                <a16:creationId xmlns:a16="http://schemas.microsoft.com/office/drawing/2014/main" id="{102C3D54-CBE4-4310-D019-0C75948AE140}"/>
              </a:ext>
            </a:extLst>
          </p:cNvPr>
          <p:cNvPicPr>
            <a:picLocks noChangeAspect="1"/>
          </p:cNvPicPr>
          <p:nvPr/>
        </p:nvPicPr>
        <p:blipFill>
          <a:blip r:embed="rId5"/>
          <a:stretch>
            <a:fillRect/>
          </a:stretch>
        </p:blipFill>
        <p:spPr>
          <a:xfrm>
            <a:off x="28979" y="3177610"/>
            <a:ext cx="814508" cy="236022"/>
          </a:xfrm>
          <a:prstGeom prst="rect">
            <a:avLst/>
          </a:prstGeom>
        </p:spPr>
      </p:pic>
      <p:pic>
        <p:nvPicPr>
          <p:cNvPr id="22" name="Picture 21">
            <a:extLst>
              <a:ext uri="{FF2B5EF4-FFF2-40B4-BE49-F238E27FC236}">
                <a16:creationId xmlns:a16="http://schemas.microsoft.com/office/drawing/2014/main" id="{B55628E1-2F76-5B32-4CEC-1134D673C4DC}"/>
              </a:ext>
            </a:extLst>
          </p:cNvPr>
          <p:cNvPicPr>
            <a:picLocks noChangeAspect="1"/>
          </p:cNvPicPr>
          <p:nvPr/>
        </p:nvPicPr>
        <p:blipFill>
          <a:blip r:embed="rId6"/>
          <a:stretch>
            <a:fillRect/>
          </a:stretch>
        </p:blipFill>
        <p:spPr>
          <a:xfrm>
            <a:off x="2396067" y="2633443"/>
            <a:ext cx="898750" cy="396267"/>
          </a:xfrm>
          <a:prstGeom prst="rect">
            <a:avLst/>
          </a:prstGeom>
        </p:spPr>
      </p:pic>
      <p:pic>
        <p:nvPicPr>
          <p:cNvPr id="24" name="Picture 23">
            <a:extLst>
              <a:ext uri="{FF2B5EF4-FFF2-40B4-BE49-F238E27FC236}">
                <a16:creationId xmlns:a16="http://schemas.microsoft.com/office/drawing/2014/main" id="{537FF93E-C7EE-C0ED-E79E-EF06BE5EBD01}"/>
              </a:ext>
            </a:extLst>
          </p:cNvPr>
          <p:cNvPicPr>
            <a:picLocks noChangeAspect="1"/>
          </p:cNvPicPr>
          <p:nvPr/>
        </p:nvPicPr>
        <p:blipFill>
          <a:blip r:embed="rId7"/>
          <a:stretch>
            <a:fillRect/>
          </a:stretch>
        </p:blipFill>
        <p:spPr>
          <a:xfrm>
            <a:off x="1098349" y="3122846"/>
            <a:ext cx="876376" cy="304827"/>
          </a:xfrm>
          <a:prstGeom prst="rect">
            <a:avLst/>
          </a:prstGeom>
        </p:spPr>
      </p:pic>
      <p:pic>
        <p:nvPicPr>
          <p:cNvPr id="26" name="Picture 25">
            <a:extLst>
              <a:ext uri="{FF2B5EF4-FFF2-40B4-BE49-F238E27FC236}">
                <a16:creationId xmlns:a16="http://schemas.microsoft.com/office/drawing/2014/main" id="{C0A342E7-0338-5BAE-E610-11F568740AB8}"/>
              </a:ext>
            </a:extLst>
          </p:cNvPr>
          <p:cNvPicPr>
            <a:picLocks noChangeAspect="1"/>
          </p:cNvPicPr>
          <p:nvPr/>
        </p:nvPicPr>
        <p:blipFill>
          <a:blip r:embed="rId8"/>
          <a:stretch>
            <a:fillRect/>
          </a:stretch>
        </p:blipFill>
        <p:spPr>
          <a:xfrm>
            <a:off x="2396067" y="3078067"/>
            <a:ext cx="624925" cy="409282"/>
          </a:xfrm>
          <a:prstGeom prst="rect">
            <a:avLst/>
          </a:prstGeom>
        </p:spPr>
      </p:pic>
      <p:pic>
        <p:nvPicPr>
          <p:cNvPr id="28" name="Picture 27">
            <a:extLst>
              <a:ext uri="{FF2B5EF4-FFF2-40B4-BE49-F238E27FC236}">
                <a16:creationId xmlns:a16="http://schemas.microsoft.com/office/drawing/2014/main" id="{0A91DDEE-AA0D-2D29-D58A-A82A1B87814E}"/>
              </a:ext>
            </a:extLst>
          </p:cNvPr>
          <p:cNvPicPr>
            <a:picLocks noChangeAspect="1"/>
          </p:cNvPicPr>
          <p:nvPr/>
        </p:nvPicPr>
        <p:blipFill>
          <a:blip r:embed="rId9"/>
          <a:stretch>
            <a:fillRect/>
          </a:stretch>
        </p:blipFill>
        <p:spPr>
          <a:xfrm>
            <a:off x="218588" y="3583751"/>
            <a:ext cx="802075" cy="462458"/>
          </a:xfrm>
          <a:prstGeom prst="rect">
            <a:avLst/>
          </a:prstGeom>
        </p:spPr>
      </p:pic>
      <p:pic>
        <p:nvPicPr>
          <p:cNvPr id="30" name="Picture 29">
            <a:extLst>
              <a:ext uri="{FF2B5EF4-FFF2-40B4-BE49-F238E27FC236}">
                <a16:creationId xmlns:a16="http://schemas.microsoft.com/office/drawing/2014/main" id="{E65C7F83-B34D-FEC1-BE4C-5C2E9806C70D}"/>
              </a:ext>
            </a:extLst>
          </p:cNvPr>
          <p:cNvPicPr>
            <a:picLocks noChangeAspect="1"/>
          </p:cNvPicPr>
          <p:nvPr/>
        </p:nvPicPr>
        <p:blipFill>
          <a:blip r:embed="rId10"/>
          <a:stretch>
            <a:fillRect/>
          </a:stretch>
        </p:blipFill>
        <p:spPr>
          <a:xfrm>
            <a:off x="1589742" y="3648246"/>
            <a:ext cx="687275" cy="378002"/>
          </a:xfrm>
          <a:prstGeom prst="rect">
            <a:avLst/>
          </a:prstGeom>
        </p:spPr>
      </p:pic>
      <p:pic>
        <p:nvPicPr>
          <p:cNvPr id="32" name="Picture 31">
            <a:extLst>
              <a:ext uri="{FF2B5EF4-FFF2-40B4-BE49-F238E27FC236}">
                <a16:creationId xmlns:a16="http://schemas.microsoft.com/office/drawing/2014/main" id="{39F1F9AB-CE97-5C43-8132-5F9BE6AB5310}"/>
              </a:ext>
            </a:extLst>
          </p:cNvPr>
          <p:cNvPicPr>
            <a:picLocks noChangeAspect="1"/>
          </p:cNvPicPr>
          <p:nvPr/>
        </p:nvPicPr>
        <p:blipFill>
          <a:blip r:embed="rId11"/>
          <a:stretch>
            <a:fillRect/>
          </a:stretch>
        </p:blipFill>
        <p:spPr>
          <a:xfrm>
            <a:off x="679541" y="4126803"/>
            <a:ext cx="1141137" cy="378002"/>
          </a:xfrm>
          <a:prstGeom prst="rect">
            <a:avLst/>
          </a:prstGeom>
        </p:spPr>
      </p:pic>
      <p:pic>
        <p:nvPicPr>
          <p:cNvPr id="34" name="Picture 33">
            <a:extLst>
              <a:ext uri="{FF2B5EF4-FFF2-40B4-BE49-F238E27FC236}">
                <a16:creationId xmlns:a16="http://schemas.microsoft.com/office/drawing/2014/main" id="{969A4F24-DD64-2E88-7C89-1F3270E977BB}"/>
              </a:ext>
            </a:extLst>
          </p:cNvPr>
          <p:cNvPicPr>
            <a:picLocks noChangeAspect="1"/>
          </p:cNvPicPr>
          <p:nvPr/>
        </p:nvPicPr>
        <p:blipFill>
          <a:blip r:embed="rId12"/>
          <a:stretch>
            <a:fillRect/>
          </a:stretch>
        </p:blipFill>
        <p:spPr>
          <a:xfrm>
            <a:off x="2408358" y="3771858"/>
            <a:ext cx="778051" cy="732947"/>
          </a:xfrm>
          <a:prstGeom prst="rect">
            <a:avLst/>
          </a:prstGeom>
        </p:spPr>
      </p:pic>
      <p:sp>
        <p:nvSpPr>
          <p:cNvPr id="35" name="Rectangle 34">
            <a:extLst>
              <a:ext uri="{FF2B5EF4-FFF2-40B4-BE49-F238E27FC236}">
                <a16:creationId xmlns:a16="http://schemas.microsoft.com/office/drawing/2014/main" id="{D0950293-2A12-36B1-C917-DC6211F92E2D}"/>
              </a:ext>
            </a:extLst>
          </p:cNvPr>
          <p:cNvSpPr/>
          <p:nvPr/>
        </p:nvSpPr>
        <p:spPr>
          <a:xfrm>
            <a:off x="0" y="0"/>
            <a:ext cx="3408257" cy="671331"/>
          </a:xfrm>
          <a:prstGeom prst="rect">
            <a:avLst/>
          </a:prstGeom>
          <a:solidFill>
            <a:schemeClr val="bg2">
              <a:lumMod val="10000"/>
            </a:schemeClr>
          </a:solidFill>
          <a:ln w="12700" cap="flat" cmpd="sng" algn="ctr">
            <a:noFill/>
            <a:prstDash val="solid"/>
            <a:miter lim="800000"/>
          </a:ln>
          <a:effectLst/>
        </p:spPr>
        <p:txBody>
          <a:bodyPr tIns="27432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chemeClr val="tx2">
                    <a:lumMod val="25000"/>
                    <a:lumOff val="75000"/>
                  </a:schemeClr>
                </a:solidFill>
                <a:effectLst/>
                <a:uLnTx/>
                <a:uFillTx/>
                <a:latin typeface="Aptos" panose="020B0004020202020204" pitchFamily="34" charset="0"/>
                <a:ea typeface="Calibri" panose="020F0502020204030204" pitchFamily="34" charset="0"/>
                <a:cs typeface="Calibri" panose="020F0502020204030204" pitchFamily="34" charset="0"/>
              </a:rPr>
              <a:t>Hyperchain Solution</a:t>
            </a:r>
          </a:p>
          <a:p>
            <a:pPr marL="0" marR="0" lvl="0" indent="0" algn="ctr" defTabSz="914400" rtl="0" eaLnBrk="1" fontAlgn="base" latinLnBrk="0" hangingPunct="1">
              <a:lnSpc>
                <a:spcPct val="100000"/>
              </a:lnSpc>
              <a:spcBef>
                <a:spcPct val="0"/>
              </a:spcBef>
              <a:spcAft>
                <a:spcPct val="0"/>
              </a:spcAft>
              <a:buClrTx/>
              <a:buSzTx/>
              <a:buFontTx/>
              <a:buNone/>
              <a:tabLst/>
              <a:defRPr/>
            </a:pPr>
            <a:endParaRPr lang="en-US" sz="1600" b="1" kern="0" dirty="0">
              <a:solidFill>
                <a:schemeClr val="tx2">
                  <a:lumMod val="25000"/>
                  <a:lumOff val="75000"/>
                </a:schemeClr>
              </a:solidFill>
              <a:latin typeface="Aptos" panose="020B0004020202020204" pitchFamily="34" charset="0"/>
              <a:ea typeface="Calibri" panose="020F0502020204030204" pitchFamily="34" charset="0"/>
              <a:cs typeface="Calibri" panose="020F0502020204030204" pitchFamily="34" charset="0"/>
            </a:endParaRPr>
          </a:p>
        </p:txBody>
      </p:sp>
      <p:sp>
        <p:nvSpPr>
          <p:cNvPr id="36" name="Rectangle 35">
            <a:extLst>
              <a:ext uri="{FF2B5EF4-FFF2-40B4-BE49-F238E27FC236}">
                <a16:creationId xmlns:a16="http://schemas.microsoft.com/office/drawing/2014/main" id="{8400DCC6-FE49-51CE-96CF-B49D66173449}"/>
              </a:ext>
            </a:extLst>
          </p:cNvPr>
          <p:cNvSpPr/>
          <p:nvPr/>
        </p:nvSpPr>
        <p:spPr>
          <a:xfrm>
            <a:off x="3576572" y="104173"/>
            <a:ext cx="2102868" cy="530072"/>
          </a:xfrm>
          <a:prstGeom prst="rect">
            <a:avLst/>
          </a:prstGeom>
          <a:noFill/>
          <a:ln w="12700" cap="flat" cmpd="sng" algn="ctr">
            <a:noFill/>
            <a:prstDash val="solid"/>
            <a:miter lim="800000"/>
          </a:ln>
          <a:effectLst/>
        </p:spPr>
        <p:txBody>
          <a:bodyPr tIns="274320"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dirty="0">
                <a:ln>
                  <a:noFill/>
                </a:ln>
                <a:effectLst/>
                <a:uLnTx/>
                <a:uFillTx/>
                <a:latin typeface="Aptos" panose="020B0004020202020204" pitchFamily="34" charset="0"/>
                <a:ea typeface="Calibri" panose="020F0502020204030204" pitchFamily="34" charset="0"/>
                <a:cs typeface="Calibri" panose="020F0502020204030204" pitchFamily="34" charset="0"/>
              </a:rPr>
              <a:t>Page 1b</a:t>
            </a:r>
            <a:endParaRPr lang="en-US" sz="1400" b="1" kern="0" dirty="0">
              <a:latin typeface="Aptos" panose="020B000402020202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0747EABD-EB1F-6A84-DC06-FD6C545F5641}"/>
              </a:ext>
            </a:extLst>
          </p:cNvPr>
          <p:cNvSpPr txBox="1"/>
          <p:nvPr/>
        </p:nvSpPr>
        <p:spPr>
          <a:xfrm>
            <a:off x="3576572" y="6147075"/>
            <a:ext cx="8413024" cy="564129"/>
          </a:xfrm>
          <a:prstGeom prst="rect">
            <a:avLst/>
          </a:prstGeom>
          <a:noFill/>
        </p:spPr>
        <p:txBody>
          <a:bodyPr wrap="square">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70C0"/>
                </a:solidFill>
                <a:effectLst/>
                <a:uLnTx/>
                <a:uFillTx/>
                <a:latin typeface="Aptos" panose="02110004020202020204"/>
                <a:ea typeface="+mn-ea"/>
                <a:cs typeface="+mn-cs"/>
              </a:rPr>
              <a:t>Sector expertise: </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70C0"/>
              </a:solidFill>
              <a:effectLst/>
              <a:uLnTx/>
              <a:uFillTx/>
              <a:latin typeface="Aptos" panose="02110004020202020204"/>
              <a:ea typeface="+mn-ea"/>
              <a:cs typeface="+mn-cs"/>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002060"/>
                </a:solidFill>
                <a:effectLst/>
                <a:uLnTx/>
                <a:uFillTx/>
                <a:latin typeface="Aptos" panose="02110004020202020204"/>
                <a:ea typeface="+mn-ea"/>
                <a:cs typeface="+mn-cs"/>
              </a:rPr>
              <a:t>Food &amp; Beverage |  Retail | Logistics | Industrials | Manufacturing | Oil and Gas |  Healthcare | Pharma</a:t>
            </a:r>
            <a:endParaRPr kumimoji="0" lang="en-US" sz="1000" b="1" i="0" u="none" strike="noStrike" kern="0" cap="none" spc="0" normalizeH="0" baseline="0" noProof="0" dirty="0">
              <a:ln>
                <a:noFill/>
              </a:ln>
              <a:solidFill>
                <a:srgbClr val="002060"/>
              </a:solidFill>
              <a:effectLst/>
              <a:uLnTx/>
              <a:uFillTx/>
              <a:latin typeface="Aptos" panose="02110004020202020204"/>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2995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66D99-0673-F5D1-8136-9B3C21AB00E3}"/>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B0467DC2-EAC5-B75E-5D63-1D24398B10BB}"/>
              </a:ext>
            </a:extLst>
          </p:cNvPr>
          <p:cNvSpPr/>
          <p:nvPr/>
        </p:nvSpPr>
        <p:spPr>
          <a:xfrm>
            <a:off x="3408255" y="925569"/>
            <a:ext cx="8783744" cy="592244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6F8E878-7EF6-A444-F391-10C557EDC6A0}"/>
              </a:ext>
            </a:extLst>
          </p:cNvPr>
          <p:cNvSpPr txBox="1">
            <a:spLocks/>
          </p:cNvSpPr>
          <p:nvPr/>
        </p:nvSpPr>
        <p:spPr>
          <a:xfrm>
            <a:off x="5289630" y="244826"/>
            <a:ext cx="3993266" cy="396267"/>
          </a:xfrm>
          <a:prstGeom prst="rect">
            <a:avLst/>
          </a:prstGeom>
        </p:spPr>
        <p:txBody>
          <a:bodyPr anchor="ctr" anchorCtr="0"/>
          <a:lstStyle>
            <a:defPPr>
              <a:defRPr lang="en-US"/>
            </a:defPPr>
            <a:lvl1pPr fontAlgn="auto">
              <a:lnSpc>
                <a:spcPct val="90000"/>
              </a:lnSpc>
              <a:spcBef>
                <a:spcPts val="0"/>
              </a:spcBef>
              <a:spcAft>
                <a:spcPts val="0"/>
              </a:spcAft>
              <a:defRPr b="1">
                <a:solidFill>
                  <a:srgbClr val="00B0F0"/>
                </a:solidFill>
                <a:latin typeface="Aptos" panose="02110004020202020204"/>
                <a:ea typeface="Calibri" panose="020F0502020204030204" pitchFamily="34" charset="0"/>
                <a:cs typeface="Calibri" panose="020F0502020204030204" pitchFamily="34" charset="0"/>
              </a:defRPr>
            </a:lvl1pPr>
            <a:lvl2pPr marL="685800" indent="-228600" defTabSz="914400" eaLnBrk="1" latinLnBrk="0" hangingPunct="1">
              <a:lnSpc>
                <a:spcPct val="90000"/>
              </a:lnSpc>
              <a:spcBef>
                <a:spcPts val="500"/>
              </a:spcBef>
              <a:buFont typeface="Arial" panose="020B0604020202020204" pitchFamily="34" charset="0"/>
              <a:buChar char="•"/>
              <a:defRPr sz="2400">
                <a:latin typeface="Arial" panose="020B0604020202020204" pitchFamily="34" charset="0"/>
                <a:cs typeface="Arial" panose="020B0604020202020204" pitchFamily="34" charset="0"/>
              </a:defRPr>
            </a:lvl2pPr>
            <a:lvl3pPr marL="1143000" indent="-228600" defTabSz="914400" eaLnBrk="1" latinLnBrk="0" hangingPunct="1">
              <a:lnSpc>
                <a:spcPct val="90000"/>
              </a:lnSpc>
              <a:spcBef>
                <a:spcPts val="500"/>
              </a:spcBef>
              <a:buFont typeface="Arial" panose="020B0604020202020204" pitchFamily="34" charset="0"/>
              <a:buChar char="•"/>
              <a:defRPr sz="2000">
                <a:latin typeface="Arial" panose="020B0604020202020204" pitchFamily="34" charset="0"/>
                <a:cs typeface="Arial" panose="020B0604020202020204" pitchFamily="34" charset="0"/>
              </a:defRPr>
            </a:lvl3pPr>
            <a:lvl4pPr marL="1600200" indent="-228600" defTabSz="914400" eaLnBrk="1" latinLnBrk="0" hangingPunct="1">
              <a:lnSpc>
                <a:spcPct val="90000"/>
              </a:lnSpc>
              <a:spcBef>
                <a:spcPts val="500"/>
              </a:spcBef>
              <a:buFont typeface="Arial" panose="020B0604020202020204" pitchFamily="34" charset="0"/>
              <a:buChar char="•"/>
              <a:defRPr sz="1800">
                <a:latin typeface="Arial" panose="020B0604020202020204" pitchFamily="34" charset="0"/>
                <a:cs typeface="Arial" panose="020B0604020202020204" pitchFamily="34" charset="0"/>
              </a:defRPr>
            </a:lvl4pPr>
            <a:lvl5pPr marL="2057400" indent="-228600" defTabSz="914400" eaLnBrk="1" latinLnBrk="0" hangingPunct="1">
              <a:lnSpc>
                <a:spcPct val="90000"/>
              </a:lnSpc>
              <a:spcBef>
                <a:spcPts val="500"/>
              </a:spcBef>
              <a:buFont typeface="Arial" panose="020B0604020202020204" pitchFamily="34" charset="0"/>
              <a:buChar char="•"/>
              <a:defRPr sz="1800">
                <a:latin typeface="Arial" panose="020B0604020202020204" pitchFamily="34" charset="0"/>
                <a:cs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cs typeface="+mn-cs"/>
              </a:defRPr>
            </a:lvl6pPr>
            <a:lvl7pPr marL="2971800" indent="-228600">
              <a:lnSpc>
                <a:spcPct val="90000"/>
              </a:lnSpc>
              <a:spcBef>
                <a:spcPts val="500"/>
              </a:spcBef>
              <a:buFont typeface="Arial" panose="020B0604020202020204" pitchFamily="34" charset="0"/>
              <a:buChar char="•"/>
              <a:defRPr sz="1800">
                <a:latin typeface="+mn-lt"/>
                <a:cs typeface="+mn-cs"/>
              </a:defRPr>
            </a:lvl7pPr>
            <a:lvl8pPr marL="3429000" indent="-228600">
              <a:lnSpc>
                <a:spcPct val="90000"/>
              </a:lnSpc>
              <a:spcBef>
                <a:spcPts val="500"/>
              </a:spcBef>
              <a:buFont typeface="Arial" panose="020B0604020202020204" pitchFamily="34" charset="0"/>
              <a:buChar char="•"/>
              <a:defRPr sz="1800">
                <a:latin typeface="+mn-lt"/>
                <a:cs typeface="+mn-cs"/>
              </a:defRPr>
            </a:lvl8pPr>
            <a:lvl9pPr marL="3886200" indent="-228600">
              <a:lnSpc>
                <a:spcPct val="90000"/>
              </a:lnSpc>
              <a:spcBef>
                <a:spcPts val="500"/>
              </a:spcBef>
              <a:buFont typeface="Arial" panose="020B0604020202020204" pitchFamily="34" charset="0"/>
              <a:buChar char="•"/>
              <a:defRPr sz="1800">
                <a:latin typeface="+mn-lt"/>
                <a:cs typeface="+mn-cs"/>
              </a:defRPr>
            </a:lvl9pPr>
          </a:lstStyle>
          <a:p>
            <a:pPr lvl="0" algn="ctr">
              <a:defRPr/>
            </a:pPr>
            <a:r>
              <a:rPr lang="en-US" kern="0" dirty="0"/>
              <a:t>Our Service Offerings</a:t>
            </a:r>
          </a:p>
        </p:txBody>
      </p:sp>
      <p:sp>
        <p:nvSpPr>
          <p:cNvPr id="3" name="Rectangle 2">
            <a:extLst>
              <a:ext uri="{FF2B5EF4-FFF2-40B4-BE49-F238E27FC236}">
                <a16:creationId xmlns:a16="http://schemas.microsoft.com/office/drawing/2014/main" id="{F10EBCD2-81D2-60FF-FB15-127A317AF475}"/>
              </a:ext>
            </a:extLst>
          </p:cNvPr>
          <p:cNvSpPr/>
          <p:nvPr/>
        </p:nvSpPr>
        <p:spPr>
          <a:xfrm>
            <a:off x="3408255" y="926570"/>
            <a:ext cx="8783742" cy="773664"/>
          </a:xfrm>
          <a:prstGeom prst="rect">
            <a:avLst/>
          </a:prstGeom>
          <a:solidFill>
            <a:schemeClr val="bg1">
              <a:lumMod val="85000"/>
            </a:schemeClr>
          </a:solidFill>
          <a:ln w="12700" cap="flat" cmpd="sng" algn="ctr">
            <a:noFill/>
            <a:prstDash val="solid"/>
            <a:miter lim="800000"/>
          </a:ln>
          <a:effectLst/>
        </p:spPr>
        <p:txBody>
          <a:bodyPr tIns="182880" rtlCol="0" anchor="t" anchorCtr="0"/>
          <a:lstStyle/>
          <a:p>
            <a:r>
              <a:rPr lang="en-US" sz="1100" dirty="0"/>
              <a:t>With our strategic focus on clinical data that drives supply chain, Hyperchain Solution guides enterprises through </a:t>
            </a:r>
            <a:r>
              <a:rPr lang="en-US" sz="1100" b="1" dirty="0"/>
              <a:t>transformations that generates measurable and sustainable impact.</a:t>
            </a:r>
            <a:endParaRPr lang="en-US" sz="1100" dirty="0"/>
          </a:p>
        </p:txBody>
      </p:sp>
      <p:sp>
        <p:nvSpPr>
          <p:cNvPr id="7" name="Rectangle 6">
            <a:extLst>
              <a:ext uri="{FF2B5EF4-FFF2-40B4-BE49-F238E27FC236}">
                <a16:creationId xmlns:a16="http://schemas.microsoft.com/office/drawing/2014/main" id="{B53EBCB5-F3FD-0960-693A-4B535407CD70}"/>
              </a:ext>
            </a:extLst>
          </p:cNvPr>
          <p:cNvSpPr/>
          <p:nvPr/>
        </p:nvSpPr>
        <p:spPr>
          <a:xfrm>
            <a:off x="-4" y="925570"/>
            <a:ext cx="3408256" cy="671330"/>
          </a:xfrm>
          <a:prstGeom prst="rect">
            <a:avLst/>
          </a:prstGeom>
          <a:solidFill>
            <a:srgbClr val="00B0F0"/>
          </a:solidFill>
          <a:ln w="12700" cap="flat" cmpd="sng" algn="ctr">
            <a:noFill/>
            <a:prstDash val="solid"/>
            <a:miter lim="800000"/>
          </a:ln>
          <a:effectLst/>
        </p:spPr>
        <p:txBody>
          <a:bodyPr tIns="0" rtlCol="0" anchor="ctr"/>
          <a:lstStyle/>
          <a:p>
            <a:pPr fontAlgn="base">
              <a:spcBef>
                <a:spcPct val="0"/>
              </a:spcBef>
              <a:spcAft>
                <a:spcPct val="0"/>
              </a:spcAft>
            </a:pPr>
            <a:r>
              <a:rPr lang="en-US" sz="1400" b="1" dirty="0">
                <a:solidFill>
                  <a:schemeClr val="bg1"/>
                </a:solidFill>
              </a:rPr>
              <a:t>Tagline – </a:t>
            </a:r>
          </a:p>
          <a:p>
            <a:pPr fontAlgn="base">
              <a:spcBef>
                <a:spcPct val="0"/>
              </a:spcBef>
              <a:spcAft>
                <a:spcPct val="0"/>
              </a:spcAft>
            </a:pPr>
            <a:r>
              <a:rPr lang="en-US" sz="1400" b="1" dirty="0">
                <a:solidFill>
                  <a:schemeClr val="bg1"/>
                </a:solidFill>
              </a:rPr>
              <a:t>Engineering your Supply Chain data</a:t>
            </a:r>
            <a:endParaRPr lang="en-US" sz="1400" b="1" kern="0" dirty="0">
              <a:solidFill>
                <a:schemeClr val="bg1"/>
              </a:solidFill>
              <a:latin typeface="Aptos" panose="020B0004020202020204" pitchFamily="34" charset="0"/>
              <a:ea typeface="Calibri" panose="020F0502020204030204" pitchFamily="34" charset="0"/>
              <a:cs typeface="Calibri" panose="020F0502020204030204" pitchFamily="34" charset="0"/>
            </a:endParaRPr>
          </a:p>
        </p:txBody>
      </p:sp>
      <p:pic>
        <p:nvPicPr>
          <p:cNvPr id="13" name="Picture 12">
            <a:extLst>
              <a:ext uri="{FF2B5EF4-FFF2-40B4-BE49-F238E27FC236}">
                <a16:creationId xmlns:a16="http://schemas.microsoft.com/office/drawing/2014/main" id="{164CC36F-E494-851E-9A36-6A286AFCF39C}"/>
              </a:ext>
            </a:extLst>
          </p:cNvPr>
          <p:cNvPicPr>
            <a:picLocks noChangeAspect="1"/>
          </p:cNvPicPr>
          <p:nvPr/>
        </p:nvPicPr>
        <p:blipFill>
          <a:blip r:embed="rId2"/>
          <a:stretch>
            <a:fillRect/>
          </a:stretch>
        </p:blipFill>
        <p:spPr>
          <a:xfrm>
            <a:off x="0" y="4608138"/>
            <a:ext cx="3408257" cy="2249862"/>
          </a:xfrm>
          <a:prstGeom prst="rect">
            <a:avLst/>
          </a:prstGeom>
        </p:spPr>
      </p:pic>
      <p:sp>
        <p:nvSpPr>
          <p:cNvPr id="6" name="Rectangle 5">
            <a:extLst>
              <a:ext uri="{FF2B5EF4-FFF2-40B4-BE49-F238E27FC236}">
                <a16:creationId xmlns:a16="http://schemas.microsoft.com/office/drawing/2014/main" id="{5A38ECA1-0625-41C2-6732-F948A0D7C237}"/>
              </a:ext>
            </a:extLst>
          </p:cNvPr>
          <p:cNvSpPr/>
          <p:nvPr/>
        </p:nvSpPr>
        <p:spPr>
          <a:xfrm>
            <a:off x="3408255" y="1700233"/>
            <a:ext cx="8783742" cy="5147781"/>
          </a:xfrm>
          <a:prstGeom prst="rect">
            <a:avLst/>
          </a:prstGeom>
          <a:solidFill>
            <a:schemeClr val="accent4">
              <a:lumMod val="20000"/>
              <a:lumOff val="80000"/>
            </a:schemeClr>
          </a:solidFill>
          <a:ln w="12700" cap="flat" cmpd="sng" algn="ctr">
            <a:noFill/>
            <a:prstDash val="solid"/>
            <a:miter lim="800000"/>
          </a:ln>
          <a:effectLst/>
        </p:spPr>
        <p:txBody>
          <a:bodyPr tIns="182880" rtlCol="0" anchor="t" anchorCtr="0"/>
          <a:lstStyle/>
          <a:p>
            <a:r>
              <a:rPr lang="en-US" dirty="0"/>
              <a:t>Key Areas of Expertise – </a:t>
            </a:r>
            <a:r>
              <a:rPr lang="en-US" b="1" dirty="0"/>
              <a:t>Implementation Services</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1"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a:p>
            <a:pPr lvl="0" fontAlgn="base">
              <a:spcBef>
                <a:spcPct val="0"/>
              </a:spcBef>
              <a:spcAft>
                <a:spcPct val="0"/>
              </a:spcAft>
              <a:defRPr/>
            </a:pPr>
            <a:endParaRPr kumimoji="0" lang="en-US" sz="1100" b="0"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p:txBody>
      </p:sp>
      <p:sp>
        <p:nvSpPr>
          <p:cNvPr id="15" name="Title 1">
            <a:extLst>
              <a:ext uri="{FF2B5EF4-FFF2-40B4-BE49-F238E27FC236}">
                <a16:creationId xmlns:a16="http://schemas.microsoft.com/office/drawing/2014/main" id="{23C20EF6-5225-B4DA-D822-8C14B9F72590}"/>
              </a:ext>
            </a:extLst>
          </p:cNvPr>
          <p:cNvSpPr txBox="1">
            <a:spLocks/>
          </p:cNvSpPr>
          <p:nvPr/>
        </p:nvSpPr>
        <p:spPr>
          <a:xfrm>
            <a:off x="-4" y="2071514"/>
            <a:ext cx="3408257" cy="396267"/>
          </a:xfrm>
          <a:prstGeom prst="rect">
            <a:avLst/>
          </a:prstGeom>
          <a:solidFill>
            <a:srgbClr val="002060"/>
          </a:solidFill>
        </p:spPr>
        <p:txBody>
          <a:bodyPr anchor="ctr" anchorCtr="0"/>
          <a:lstStyle>
            <a:defPPr>
              <a:defRPr lang="en-US"/>
            </a:defPPr>
            <a:lvl1pPr fontAlgn="auto">
              <a:lnSpc>
                <a:spcPct val="90000"/>
              </a:lnSpc>
              <a:spcBef>
                <a:spcPts val="0"/>
              </a:spcBef>
              <a:spcAft>
                <a:spcPts val="0"/>
              </a:spcAft>
              <a:defRPr b="1">
                <a:solidFill>
                  <a:srgbClr val="00B0F0"/>
                </a:solidFill>
                <a:latin typeface="Aptos" panose="02110004020202020204"/>
                <a:ea typeface="Calibri" panose="020F0502020204030204" pitchFamily="34" charset="0"/>
                <a:cs typeface="Calibri" panose="020F0502020204030204" pitchFamily="34" charset="0"/>
              </a:defRPr>
            </a:lvl1pPr>
            <a:lvl2pPr marL="685800" indent="-228600" defTabSz="914400" eaLnBrk="1" latinLnBrk="0" hangingPunct="1">
              <a:lnSpc>
                <a:spcPct val="90000"/>
              </a:lnSpc>
              <a:spcBef>
                <a:spcPts val="500"/>
              </a:spcBef>
              <a:buFont typeface="Arial" panose="020B0604020202020204" pitchFamily="34" charset="0"/>
              <a:buChar char="•"/>
              <a:defRPr sz="2400">
                <a:latin typeface="Arial" panose="020B0604020202020204" pitchFamily="34" charset="0"/>
                <a:cs typeface="Arial" panose="020B0604020202020204" pitchFamily="34" charset="0"/>
              </a:defRPr>
            </a:lvl2pPr>
            <a:lvl3pPr marL="1143000" indent="-228600" defTabSz="914400" eaLnBrk="1" latinLnBrk="0" hangingPunct="1">
              <a:lnSpc>
                <a:spcPct val="90000"/>
              </a:lnSpc>
              <a:spcBef>
                <a:spcPts val="500"/>
              </a:spcBef>
              <a:buFont typeface="Arial" panose="020B0604020202020204" pitchFamily="34" charset="0"/>
              <a:buChar char="•"/>
              <a:defRPr sz="2000">
                <a:latin typeface="Arial" panose="020B0604020202020204" pitchFamily="34" charset="0"/>
                <a:cs typeface="Arial" panose="020B0604020202020204" pitchFamily="34" charset="0"/>
              </a:defRPr>
            </a:lvl3pPr>
            <a:lvl4pPr marL="1600200" indent="-228600" defTabSz="914400" eaLnBrk="1" latinLnBrk="0" hangingPunct="1">
              <a:lnSpc>
                <a:spcPct val="90000"/>
              </a:lnSpc>
              <a:spcBef>
                <a:spcPts val="500"/>
              </a:spcBef>
              <a:buFont typeface="Arial" panose="020B0604020202020204" pitchFamily="34" charset="0"/>
              <a:buChar char="•"/>
              <a:defRPr sz="1800">
                <a:latin typeface="Arial" panose="020B0604020202020204" pitchFamily="34" charset="0"/>
                <a:cs typeface="Arial" panose="020B0604020202020204" pitchFamily="34" charset="0"/>
              </a:defRPr>
            </a:lvl4pPr>
            <a:lvl5pPr marL="2057400" indent="-228600" defTabSz="914400" eaLnBrk="1" latinLnBrk="0" hangingPunct="1">
              <a:lnSpc>
                <a:spcPct val="90000"/>
              </a:lnSpc>
              <a:spcBef>
                <a:spcPts val="500"/>
              </a:spcBef>
              <a:buFont typeface="Arial" panose="020B0604020202020204" pitchFamily="34" charset="0"/>
              <a:buChar char="•"/>
              <a:defRPr sz="1800">
                <a:latin typeface="Arial" panose="020B0604020202020204" pitchFamily="34" charset="0"/>
                <a:cs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cs typeface="+mn-cs"/>
              </a:defRPr>
            </a:lvl6pPr>
            <a:lvl7pPr marL="2971800" indent="-228600">
              <a:lnSpc>
                <a:spcPct val="90000"/>
              </a:lnSpc>
              <a:spcBef>
                <a:spcPts val="500"/>
              </a:spcBef>
              <a:buFont typeface="Arial" panose="020B0604020202020204" pitchFamily="34" charset="0"/>
              <a:buChar char="•"/>
              <a:defRPr sz="1800">
                <a:latin typeface="+mn-lt"/>
                <a:cs typeface="+mn-cs"/>
              </a:defRPr>
            </a:lvl7pPr>
            <a:lvl8pPr marL="3429000" indent="-228600">
              <a:lnSpc>
                <a:spcPct val="90000"/>
              </a:lnSpc>
              <a:spcBef>
                <a:spcPts val="500"/>
              </a:spcBef>
              <a:buFont typeface="Arial" panose="020B0604020202020204" pitchFamily="34" charset="0"/>
              <a:buChar char="•"/>
              <a:defRPr sz="1800">
                <a:latin typeface="+mn-lt"/>
                <a:cs typeface="+mn-cs"/>
              </a:defRPr>
            </a:lvl8pPr>
            <a:lvl9pPr marL="3886200" indent="-228600">
              <a:lnSpc>
                <a:spcPct val="90000"/>
              </a:lnSpc>
              <a:spcBef>
                <a:spcPts val="500"/>
              </a:spcBef>
              <a:buFont typeface="Arial" panose="020B0604020202020204" pitchFamily="34" charset="0"/>
              <a:buChar char="•"/>
              <a:defRPr sz="1800">
                <a:latin typeface="+mn-lt"/>
                <a:cs typeface="+mn-cs"/>
              </a:defRPr>
            </a:lvl9pPr>
          </a:lstStyle>
          <a:p>
            <a:pPr marL="0" marR="0" lvl="0" indent="0" defTabSz="914400" rtl="0" eaLnBrk="1" fontAlgn="auto" latinLnBrk="0" hangingPunct="1">
              <a:lnSpc>
                <a:spcPct val="90000"/>
              </a:lnSpc>
              <a:spcBef>
                <a:spcPts val="0"/>
              </a:spcBef>
              <a:spcAft>
                <a:spcPts val="0"/>
              </a:spcAft>
              <a:buClrTx/>
              <a:buSzTx/>
              <a:buFontTx/>
              <a:buNone/>
              <a:tabLst/>
              <a:defRPr/>
            </a:pPr>
            <a:r>
              <a:rPr lang="en-US" sz="1050" kern="0" dirty="0">
                <a:solidFill>
                  <a:schemeClr val="bg1">
                    <a:lumMod val="95000"/>
                  </a:schemeClr>
                </a:solidFill>
              </a:rPr>
              <a:t>Implementation partners</a:t>
            </a:r>
            <a:endParaRPr kumimoji="0" sz="1050" b="1" i="0" u="none" strike="noStrike" kern="0" cap="none" spc="0" normalizeH="0" baseline="0" noProof="0" dirty="0">
              <a:ln>
                <a:noFill/>
              </a:ln>
              <a:solidFill>
                <a:schemeClr val="bg1">
                  <a:lumMod val="95000"/>
                </a:schemeClr>
              </a:solidFill>
              <a:effectLst/>
              <a:uLnTx/>
              <a:uFillTx/>
              <a:latin typeface="Aptos" panose="02110004020202020204"/>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00742556-D546-7C97-32FD-AC363663E58A}"/>
              </a:ext>
            </a:extLst>
          </p:cNvPr>
          <p:cNvSpPr txBox="1"/>
          <p:nvPr/>
        </p:nvSpPr>
        <p:spPr>
          <a:xfrm>
            <a:off x="3478443" y="2340663"/>
            <a:ext cx="8434260" cy="3852482"/>
          </a:xfrm>
          <a:prstGeom prst="rect">
            <a:avLst/>
          </a:prstGeom>
          <a:solidFill>
            <a:schemeClr val="bg1">
              <a:lumMod val="95000"/>
            </a:schemeClr>
          </a:solidFill>
        </p:spPr>
        <p:txBody>
          <a:bodyPr wrap="square" tIns="45720">
            <a:noAutofit/>
          </a:bodyPr>
          <a:lstStyle/>
          <a:p>
            <a:endParaRPr lang="en-US" sz="1000" b="1" i="0" dirty="0">
              <a:solidFill>
                <a:srgbClr val="212934"/>
              </a:solidFill>
              <a:effectLst/>
              <a:latin typeface="Aptos" panose="020B0004020202020204" pitchFamily="34" charset="0"/>
            </a:endParaRPr>
          </a:p>
          <a:p>
            <a:r>
              <a:rPr lang="en-US" sz="1200" b="1" i="0" dirty="0">
                <a:solidFill>
                  <a:srgbClr val="212934"/>
                </a:solidFill>
                <a:effectLst/>
                <a:latin typeface="Aptos" panose="020B0004020202020204" pitchFamily="34" charset="0"/>
              </a:rPr>
              <a:t>AI Implementation Services: </a:t>
            </a:r>
          </a:p>
          <a:p>
            <a:endParaRPr lang="en-US" sz="1000" dirty="0">
              <a:solidFill>
                <a:srgbClr val="212934"/>
              </a:solidFill>
              <a:latin typeface="Aptos" panose="020B0004020202020204" pitchFamily="34" charset="0"/>
            </a:endParaRPr>
          </a:p>
          <a:p>
            <a:pPr marL="171450" indent="-171450">
              <a:buFont typeface="Aptos" panose="020B0004020202020204" pitchFamily="34" charset="0"/>
              <a:buChar char="›"/>
            </a:pPr>
            <a:r>
              <a:rPr lang="en-US" sz="1000" dirty="0">
                <a:solidFill>
                  <a:srgbClr val="212934"/>
                </a:solidFill>
                <a:latin typeface="Aptos" panose="020B0004020202020204" pitchFamily="34" charset="0"/>
              </a:rPr>
              <a:t>Strategy &amp; Consulting</a:t>
            </a:r>
          </a:p>
          <a:p>
            <a:pPr marL="628650" lvl="1" indent="-171450">
              <a:buFont typeface="Aptos" panose="020B0004020202020204" pitchFamily="34" charset="0"/>
              <a:buChar char="›"/>
            </a:pPr>
            <a:r>
              <a:rPr lang="en-US" sz="1000" dirty="0">
                <a:solidFill>
                  <a:srgbClr val="212934"/>
                </a:solidFill>
                <a:latin typeface="Aptos" panose="020B0004020202020204" pitchFamily="34" charset="0"/>
              </a:rPr>
              <a:t>Assess AI maturity curve in your enterprise value map</a:t>
            </a:r>
            <a:endParaRPr lang="en-US" sz="1000" b="1" dirty="0">
              <a:solidFill>
                <a:srgbClr val="002060"/>
              </a:solidFill>
              <a:latin typeface="Aptos" panose="020B0004020202020204" pitchFamily="34" charset="0"/>
            </a:endParaRPr>
          </a:p>
          <a:p>
            <a:pPr marL="171450" indent="-171450">
              <a:buFont typeface="Aptos" panose="020B0004020202020204" pitchFamily="34" charset="0"/>
              <a:buChar char="›"/>
            </a:pPr>
            <a:r>
              <a:rPr lang="en-US" sz="1000" dirty="0">
                <a:latin typeface="Aptos" panose="020B0004020202020204" pitchFamily="34" charset="0"/>
              </a:rPr>
              <a:t>Custom AI/ML development </a:t>
            </a:r>
          </a:p>
          <a:p>
            <a:pPr marL="628650" lvl="1" indent="-171450">
              <a:buFont typeface="Aptos" panose="020B0004020202020204" pitchFamily="34" charset="0"/>
              <a:buChar char="›"/>
            </a:pPr>
            <a:r>
              <a:rPr lang="en-US" sz="1000" dirty="0">
                <a:latin typeface="Aptos" panose="020B0004020202020204" pitchFamily="34" charset="0"/>
              </a:rPr>
              <a:t>Building models tailored to your specific data and use case, such as predictive analytics, recommendation engines, or NLP tools</a:t>
            </a:r>
          </a:p>
          <a:p>
            <a:pPr marL="171450" indent="-171450">
              <a:buFont typeface="Aptos" panose="020B0004020202020204" pitchFamily="34" charset="0"/>
              <a:buChar char="›"/>
            </a:pPr>
            <a:r>
              <a:rPr lang="en-US" sz="1000" dirty="0">
                <a:solidFill>
                  <a:srgbClr val="212934"/>
                </a:solidFill>
                <a:latin typeface="Aptos" panose="020B0004020202020204" pitchFamily="34" charset="0"/>
              </a:rPr>
              <a:t>Pre-built AI integration</a:t>
            </a:r>
          </a:p>
          <a:p>
            <a:pPr marL="628650" lvl="1" indent="-171450">
              <a:buFont typeface="Aptos" panose="020B0004020202020204" pitchFamily="34" charset="0"/>
              <a:buChar char="›"/>
            </a:pPr>
            <a:r>
              <a:rPr lang="en-US" sz="1000" dirty="0">
                <a:latin typeface="Aptos" panose="020B0004020202020204" pitchFamily="34" charset="0"/>
              </a:rPr>
              <a:t>Connecting existing AI platforms (like OpenAI, Google Vertex AI, Anthropic Sonnet 4.6, or AWS SageMaker) into your systems via APIs</a:t>
            </a:r>
          </a:p>
          <a:p>
            <a:pPr marL="171450" lvl="1" indent="-171450">
              <a:buFont typeface="Aptos" panose="020B0004020202020204" pitchFamily="34" charset="0"/>
              <a:buChar char="›"/>
            </a:pPr>
            <a:r>
              <a:rPr lang="en-US" sz="1000" dirty="0" err="1">
                <a:solidFill>
                  <a:srgbClr val="212934"/>
                </a:solidFill>
                <a:latin typeface="Aptos" panose="020B0004020202020204" pitchFamily="34" charset="0"/>
              </a:rPr>
              <a:t>MLOps</a:t>
            </a:r>
            <a:r>
              <a:rPr lang="en-US" sz="1000" dirty="0">
                <a:solidFill>
                  <a:srgbClr val="212934"/>
                </a:solidFill>
                <a:latin typeface="Aptos" panose="020B0004020202020204" pitchFamily="34" charset="0"/>
              </a:rPr>
              <a:t> &amp; Deployment</a:t>
            </a:r>
          </a:p>
          <a:p>
            <a:pPr marL="628650" lvl="2" indent="-171450">
              <a:buFont typeface="Aptos" panose="020B0004020202020204" pitchFamily="34" charset="0"/>
              <a:buChar char="›"/>
            </a:pPr>
            <a:r>
              <a:rPr lang="en-US" sz="1000" dirty="0">
                <a:solidFill>
                  <a:srgbClr val="212934"/>
                </a:solidFill>
                <a:latin typeface="Aptos" panose="020B0004020202020204" pitchFamily="34" charset="0"/>
              </a:rPr>
              <a:t>Getting models into production and keeping them running reliably – including monitoring, retraining, and version control</a:t>
            </a:r>
            <a:endParaRPr lang="en-US" sz="1000" b="1" dirty="0">
              <a:solidFill>
                <a:srgbClr val="002060"/>
              </a:solidFill>
              <a:latin typeface="Aptos" panose="020B0004020202020204" pitchFamily="34" charset="0"/>
            </a:endParaRPr>
          </a:p>
          <a:p>
            <a:pPr marL="171450" lvl="1" indent="-171450">
              <a:buFont typeface="Aptos" panose="020B0004020202020204" pitchFamily="34" charset="0"/>
              <a:buChar char="›"/>
            </a:pPr>
            <a:r>
              <a:rPr lang="en-US" sz="1000" dirty="0">
                <a:solidFill>
                  <a:srgbClr val="212934"/>
                </a:solidFill>
                <a:latin typeface="Aptos" panose="020B0004020202020204" pitchFamily="34" charset="0"/>
              </a:rPr>
              <a:t>Workflow Automation</a:t>
            </a:r>
          </a:p>
          <a:p>
            <a:pPr marL="628650" lvl="2" indent="-171450">
              <a:buFont typeface="Aptos" panose="020B0004020202020204" pitchFamily="34" charset="0"/>
              <a:buChar char="›"/>
            </a:pPr>
            <a:r>
              <a:rPr lang="en-US" sz="1000" dirty="0">
                <a:solidFill>
                  <a:srgbClr val="212934"/>
                </a:solidFill>
                <a:latin typeface="Aptos" panose="020B0004020202020204" pitchFamily="34" charset="0"/>
              </a:rPr>
              <a:t>Automating repetitive business processes using a combination of robotic process automation and AI decision-making</a:t>
            </a:r>
          </a:p>
          <a:p>
            <a:endParaRPr lang="en-US" sz="1200" dirty="0">
              <a:solidFill>
                <a:srgbClr val="212934"/>
              </a:solidFill>
              <a:latin typeface="Aptos" panose="020B0004020202020204" pitchFamily="34" charset="0"/>
            </a:endParaRPr>
          </a:p>
          <a:p>
            <a:r>
              <a:rPr lang="en-US" sz="1200" b="1" dirty="0">
                <a:solidFill>
                  <a:srgbClr val="0070C0"/>
                </a:solidFill>
                <a:latin typeface="Aptos" panose="020B0004020202020204" pitchFamily="34" charset="0"/>
              </a:rPr>
              <a:t>Book a Discovery call </a:t>
            </a:r>
            <a:r>
              <a:rPr lang="en-US" sz="1200" b="1" dirty="0">
                <a:solidFill>
                  <a:srgbClr val="212934"/>
                </a:solidFill>
                <a:latin typeface="Aptos" panose="020B0004020202020204" pitchFamily="34" charset="0"/>
              </a:rPr>
              <a:t>with us to learn more our Tesseract Labs ®</a:t>
            </a:r>
          </a:p>
          <a:p>
            <a:endParaRPr lang="en-US" sz="1000" b="1" dirty="0">
              <a:solidFill>
                <a:srgbClr val="212934"/>
              </a:solidFill>
              <a:latin typeface="Aptos" panose="020B0004020202020204" pitchFamily="34" charset="0"/>
            </a:endParaRPr>
          </a:p>
          <a:p>
            <a:r>
              <a:rPr lang="en-US" sz="1000" b="1" dirty="0">
                <a:solidFill>
                  <a:srgbClr val="212934"/>
                </a:solidFill>
                <a:latin typeface="Aptos" panose="020B0004020202020204" pitchFamily="34" charset="0"/>
              </a:rPr>
              <a:t>Tesseract Labs ® is our innovation  advisory unit that catalyzes opportunities and accelerates change to push the frontier of what’s possible.</a:t>
            </a:r>
          </a:p>
          <a:p>
            <a:endParaRPr lang="en-US" sz="1000" b="1" dirty="0">
              <a:solidFill>
                <a:srgbClr val="212934"/>
              </a:solidFill>
              <a:latin typeface="Aptos" panose="020B0004020202020204" pitchFamily="34" charset="0"/>
            </a:endParaRPr>
          </a:p>
          <a:p>
            <a:r>
              <a:rPr lang="en-US" sz="1000" dirty="0">
                <a:solidFill>
                  <a:srgbClr val="212934"/>
                </a:solidFill>
                <a:latin typeface="Aptos" panose="020B0004020202020204" pitchFamily="34" charset="0"/>
              </a:rPr>
              <a:t>Venture-backed products are stress-tested and execution-ready – bringing your AI strategy to life through pilot programs, helping clients test, launch and scale high-impact initiatives with speed and precision.</a:t>
            </a:r>
            <a:endParaRPr lang="en-US" sz="1000" dirty="0">
              <a:latin typeface="Aptos" panose="020B0004020202020204" pitchFamily="34" charset="0"/>
            </a:endParaRPr>
          </a:p>
        </p:txBody>
      </p:sp>
      <p:pic>
        <p:nvPicPr>
          <p:cNvPr id="12" name="Picture 11">
            <a:extLst>
              <a:ext uri="{FF2B5EF4-FFF2-40B4-BE49-F238E27FC236}">
                <a16:creationId xmlns:a16="http://schemas.microsoft.com/office/drawing/2014/main" id="{A0C2DB7A-0512-6110-3EC0-A57A1E9D53B4}"/>
              </a:ext>
            </a:extLst>
          </p:cNvPr>
          <p:cNvPicPr>
            <a:picLocks noChangeAspect="1"/>
          </p:cNvPicPr>
          <p:nvPr/>
        </p:nvPicPr>
        <p:blipFill>
          <a:blip r:embed="rId3"/>
          <a:stretch>
            <a:fillRect/>
          </a:stretch>
        </p:blipFill>
        <p:spPr>
          <a:xfrm>
            <a:off x="28979" y="2633443"/>
            <a:ext cx="814508" cy="372110"/>
          </a:xfrm>
          <a:prstGeom prst="rect">
            <a:avLst/>
          </a:prstGeom>
        </p:spPr>
      </p:pic>
      <p:pic>
        <p:nvPicPr>
          <p:cNvPr id="18" name="Picture 17">
            <a:extLst>
              <a:ext uri="{FF2B5EF4-FFF2-40B4-BE49-F238E27FC236}">
                <a16:creationId xmlns:a16="http://schemas.microsoft.com/office/drawing/2014/main" id="{6AD7CAFF-1E72-8989-4D0B-D7ED15C0607B}"/>
              </a:ext>
            </a:extLst>
          </p:cNvPr>
          <p:cNvPicPr>
            <a:picLocks noChangeAspect="1"/>
          </p:cNvPicPr>
          <p:nvPr/>
        </p:nvPicPr>
        <p:blipFill>
          <a:blip r:embed="rId4"/>
          <a:stretch>
            <a:fillRect/>
          </a:stretch>
        </p:blipFill>
        <p:spPr>
          <a:xfrm>
            <a:off x="1008279" y="2633892"/>
            <a:ext cx="1268738" cy="388057"/>
          </a:xfrm>
          <a:prstGeom prst="rect">
            <a:avLst/>
          </a:prstGeom>
        </p:spPr>
      </p:pic>
      <p:pic>
        <p:nvPicPr>
          <p:cNvPr id="20" name="Picture 19">
            <a:extLst>
              <a:ext uri="{FF2B5EF4-FFF2-40B4-BE49-F238E27FC236}">
                <a16:creationId xmlns:a16="http://schemas.microsoft.com/office/drawing/2014/main" id="{F8F5A230-567E-4F39-CB70-88A58D239999}"/>
              </a:ext>
            </a:extLst>
          </p:cNvPr>
          <p:cNvPicPr>
            <a:picLocks noChangeAspect="1"/>
          </p:cNvPicPr>
          <p:nvPr/>
        </p:nvPicPr>
        <p:blipFill>
          <a:blip r:embed="rId5"/>
          <a:stretch>
            <a:fillRect/>
          </a:stretch>
        </p:blipFill>
        <p:spPr>
          <a:xfrm>
            <a:off x="28979" y="3177610"/>
            <a:ext cx="814508" cy="236022"/>
          </a:xfrm>
          <a:prstGeom prst="rect">
            <a:avLst/>
          </a:prstGeom>
        </p:spPr>
      </p:pic>
      <p:pic>
        <p:nvPicPr>
          <p:cNvPr id="22" name="Picture 21">
            <a:extLst>
              <a:ext uri="{FF2B5EF4-FFF2-40B4-BE49-F238E27FC236}">
                <a16:creationId xmlns:a16="http://schemas.microsoft.com/office/drawing/2014/main" id="{7055A1D3-5512-4D8F-E28B-12A4116855F5}"/>
              </a:ext>
            </a:extLst>
          </p:cNvPr>
          <p:cNvPicPr>
            <a:picLocks noChangeAspect="1"/>
          </p:cNvPicPr>
          <p:nvPr/>
        </p:nvPicPr>
        <p:blipFill>
          <a:blip r:embed="rId6"/>
          <a:stretch>
            <a:fillRect/>
          </a:stretch>
        </p:blipFill>
        <p:spPr>
          <a:xfrm>
            <a:off x="2396067" y="2633443"/>
            <a:ext cx="898750" cy="396267"/>
          </a:xfrm>
          <a:prstGeom prst="rect">
            <a:avLst/>
          </a:prstGeom>
        </p:spPr>
      </p:pic>
      <p:pic>
        <p:nvPicPr>
          <p:cNvPr id="24" name="Picture 23">
            <a:extLst>
              <a:ext uri="{FF2B5EF4-FFF2-40B4-BE49-F238E27FC236}">
                <a16:creationId xmlns:a16="http://schemas.microsoft.com/office/drawing/2014/main" id="{A40B3E5B-1DD9-F37A-F6B6-86A39BB2E79A}"/>
              </a:ext>
            </a:extLst>
          </p:cNvPr>
          <p:cNvPicPr>
            <a:picLocks noChangeAspect="1"/>
          </p:cNvPicPr>
          <p:nvPr/>
        </p:nvPicPr>
        <p:blipFill>
          <a:blip r:embed="rId7"/>
          <a:stretch>
            <a:fillRect/>
          </a:stretch>
        </p:blipFill>
        <p:spPr>
          <a:xfrm>
            <a:off x="1098349" y="3122846"/>
            <a:ext cx="876376" cy="304827"/>
          </a:xfrm>
          <a:prstGeom prst="rect">
            <a:avLst/>
          </a:prstGeom>
        </p:spPr>
      </p:pic>
      <p:pic>
        <p:nvPicPr>
          <p:cNvPr id="26" name="Picture 25">
            <a:extLst>
              <a:ext uri="{FF2B5EF4-FFF2-40B4-BE49-F238E27FC236}">
                <a16:creationId xmlns:a16="http://schemas.microsoft.com/office/drawing/2014/main" id="{F84452F7-92D0-36F1-D4A0-B4C774F5D6ED}"/>
              </a:ext>
            </a:extLst>
          </p:cNvPr>
          <p:cNvPicPr>
            <a:picLocks noChangeAspect="1"/>
          </p:cNvPicPr>
          <p:nvPr/>
        </p:nvPicPr>
        <p:blipFill>
          <a:blip r:embed="rId8"/>
          <a:stretch>
            <a:fillRect/>
          </a:stretch>
        </p:blipFill>
        <p:spPr>
          <a:xfrm>
            <a:off x="2396067" y="3078067"/>
            <a:ext cx="624925" cy="409282"/>
          </a:xfrm>
          <a:prstGeom prst="rect">
            <a:avLst/>
          </a:prstGeom>
        </p:spPr>
      </p:pic>
      <p:pic>
        <p:nvPicPr>
          <p:cNvPr id="28" name="Picture 27">
            <a:extLst>
              <a:ext uri="{FF2B5EF4-FFF2-40B4-BE49-F238E27FC236}">
                <a16:creationId xmlns:a16="http://schemas.microsoft.com/office/drawing/2014/main" id="{12926803-5D3C-C8D5-CDFB-04FFAB6FA2F2}"/>
              </a:ext>
            </a:extLst>
          </p:cNvPr>
          <p:cNvPicPr>
            <a:picLocks noChangeAspect="1"/>
          </p:cNvPicPr>
          <p:nvPr/>
        </p:nvPicPr>
        <p:blipFill>
          <a:blip r:embed="rId9"/>
          <a:stretch>
            <a:fillRect/>
          </a:stretch>
        </p:blipFill>
        <p:spPr>
          <a:xfrm>
            <a:off x="218588" y="3583751"/>
            <a:ext cx="802075" cy="462458"/>
          </a:xfrm>
          <a:prstGeom prst="rect">
            <a:avLst/>
          </a:prstGeom>
        </p:spPr>
      </p:pic>
      <p:pic>
        <p:nvPicPr>
          <p:cNvPr id="30" name="Picture 29">
            <a:extLst>
              <a:ext uri="{FF2B5EF4-FFF2-40B4-BE49-F238E27FC236}">
                <a16:creationId xmlns:a16="http://schemas.microsoft.com/office/drawing/2014/main" id="{FD83BBFE-7559-3642-7E61-7C7D45B317D2}"/>
              </a:ext>
            </a:extLst>
          </p:cNvPr>
          <p:cNvPicPr>
            <a:picLocks noChangeAspect="1"/>
          </p:cNvPicPr>
          <p:nvPr/>
        </p:nvPicPr>
        <p:blipFill>
          <a:blip r:embed="rId10"/>
          <a:stretch>
            <a:fillRect/>
          </a:stretch>
        </p:blipFill>
        <p:spPr>
          <a:xfrm>
            <a:off x="1589742" y="3648246"/>
            <a:ext cx="687275" cy="378002"/>
          </a:xfrm>
          <a:prstGeom prst="rect">
            <a:avLst/>
          </a:prstGeom>
        </p:spPr>
      </p:pic>
      <p:pic>
        <p:nvPicPr>
          <p:cNvPr id="32" name="Picture 31">
            <a:extLst>
              <a:ext uri="{FF2B5EF4-FFF2-40B4-BE49-F238E27FC236}">
                <a16:creationId xmlns:a16="http://schemas.microsoft.com/office/drawing/2014/main" id="{FA7FA40B-44EF-43F6-A541-32D551D7E36F}"/>
              </a:ext>
            </a:extLst>
          </p:cNvPr>
          <p:cNvPicPr>
            <a:picLocks noChangeAspect="1"/>
          </p:cNvPicPr>
          <p:nvPr/>
        </p:nvPicPr>
        <p:blipFill>
          <a:blip r:embed="rId11"/>
          <a:stretch>
            <a:fillRect/>
          </a:stretch>
        </p:blipFill>
        <p:spPr>
          <a:xfrm>
            <a:off x="679541" y="4126803"/>
            <a:ext cx="1141137" cy="378002"/>
          </a:xfrm>
          <a:prstGeom prst="rect">
            <a:avLst/>
          </a:prstGeom>
        </p:spPr>
      </p:pic>
      <p:pic>
        <p:nvPicPr>
          <p:cNvPr id="34" name="Picture 33">
            <a:extLst>
              <a:ext uri="{FF2B5EF4-FFF2-40B4-BE49-F238E27FC236}">
                <a16:creationId xmlns:a16="http://schemas.microsoft.com/office/drawing/2014/main" id="{25D5BA4D-2B6A-A62C-CF03-0D6593332FE2}"/>
              </a:ext>
            </a:extLst>
          </p:cNvPr>
          <p:cNvPicPr>
            <a:picLocks noChangeAspect="1"/>
          </p:cNvPicPr>
          <p:nvPr/>
        </p:nvPicPr>
        <p:blipFill>
          <a:blip r:embed="rId12"/>
          <a:stretch>
            <a:fillRect/>
          </a:stretch>
        </p:blipFill>
        <p:spPr>
          <a:xfrm>
            <a:off x="2408358" y="3771858"/>
            <a:ext cx="778051" cy="732947"/>
          </a:xfrm>
          <a:prstGeom prst="rect">
            <a:avLst/>
          </a:prstGeom>
        </p:spPr>
      </p:pic>
      <p:sp>
        <p:nvSpPr>
          <p:cNvPr id="35" name="Rectangle 34">
            <a:extLst>
              <a:ext uri="{FF2B5EF4-FFF2-40B4-BE49-F238E27FC236}">
                <a16:creationId xmlns:a16="http://schemas.microsoft.com/office/drawing/2014/main" id="{BE607CFE-0EC9-D181-56E5-FFDCDE750D35}"/>
              </a:ext>
            </a:extLst>
          </p:cNvPr>
          <p:cNvSpPr/>
          <p:nvPr/>
        </p:nvSpPr>
        <p:spPr>
          <a:xfrm>
            <a:off x="0" y="0"/>
            <a:ext cx="3408257" cy="671331"/>
          </a:xfrm>
          <a:prstGeom prst="rect">
            <a:avLst/>
          </a:prstGeom>
          <a:solidFill>
            <a:schemeClr val="bg2">
              <a:lumMod val="10000"/>
            </a:schemeClr>
          </a:solidFill>
          <a:ln w="12700" cap="flat" cmpd="sng" algn="ctr">
            <a:noFill/>
            <a:prstDash val="solid"/>
            <a:miter lim="800000"/>
          </a:ln>
          <a:effectLst/>
        </p:spPr>
        <p:txBody>
          <a:bodyPr tIns="27432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chemeClr val="tx2">
                    <a:lumMod val="25000"/>
                    <a:lumOff val="75000"/>
                  </a:schemeClr>
                </a:solidFill>
                <a:effectLst/>
                <a:uLnTx/>
                <a:uFillTx/>
                <a:latin typeface="Aptos" panose="020B0004020202020204" pitchFamily="34" charset="0"/>
                <a:ea typeface="Calibri" panose="020F0502020204030204" pitchFamily="34" charset="0"/>
                <a:cs typeface="Calibri" panose="020F0502020204030204" pitchFamily="34" charset="0"/>
              </a:rPr>
              <a:t>Hyperchain Solution</a:t>
            </a:r>
          </a:p>
          <a:p>
            <a:pPr marL="0" marR="0" lvl="0" indent="0" algn="ctr" defTabSz="914400" rtl="0" eaLnBrk="1" fontAlgn="base" latinLnBrk="0" hangingPunct="1">
              <a:lnSpc>
                <a:spcPct val="100000"/>
              </a:lnSpc>
              <a:spcBef>
                <a:spcPct val="0"/>
              </a:spcBef>
              <a:spcAft>
                <a:spcPct val="0"/>
              </a:spcAft>
              <a:buClrTx/>
              <a:buSzTx/>
              <a:buFontTx/>
              <a:buNone/>
              <a:tabLst/>
              <a:defRPr/>
            </a:pPr>
            <a:endParaRPr lang="en-US" sz="1600" b="1" kern="0" dirty="0">
              <a:solidFill>
                <a:schemeClr val="tx2">
                  <a:lumMod val="25000"/>
                  <a:lumOff val="75000"/>
                </a:schemeClr>
              </a:solidFill>
              <a:latin typeface="Aptos" panose="020B0004020202020204" pitchFamily="34" charset="0"/>
              <a:ea typeface="Calibri" panose="020F0502020204030204" pitchFamily="34" charset="0"/>
              <a:cs typeface="Calibri" panose="020F0502020204030204" pitchFamily="34" charset="0"/>
            </a:endParaRPr>
          </a:p>
        </p:txBody>
      </p:sp>
      <p:sp>
        <p:nvSpPr>
          <p:cNvPr id="36" name="Rectangle 35">
            <a:extLst>
              <a:ext uri="{FF2B5EF4-FFF2-40B4-BE49-F238E27FC236}">
                <a16:creationId xmlns:a16="http://schemas.microsoft.com/office/drawing/2014/main" id="{1828E695-B906-B835-4507-A40979AE219D}"/>
              </a:ext>
            </a:extLst>
          </p:cNvPr>
          <p:cNvSpPr/>
          <p:nvPr/>
        </p:nvSpPr>
        <p:spPr>
          <a:xfrm>
            <a:off x="3576572" y="104173"/>
            <a:ext cx="2102868" cy="530072"/>
          </a:xfrm>
          <a:prstGeom prst="rect">
            <a:avLst/>
          </a:prstGeom>
          <a:noFill/>
          <a:ln w="12700" cap="flat" cmpd="sng" algn="ctr">
            <a:noFill/>
            <a:prstDash val="solid"/>
            <a:miter lim="800000"/>
          </a:ln>
          <a:effectLst/>
        </p:spPr>
        <p:txBody>
          <a:bodyPr tIns="274320"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dirty="0">
                <a:ln>
                  <a:noFill/>
                </a:ln>
                <a:effectLst/>
                <a:uLnTx/>
                <a:uFillTx/>
                <a:latin typeface="Aptos" panose="020B0004020202020204" pitchFamily="34" charset="0"/>
                <a:ea typeface="Calibri" panose="020F0502020204030204" pitchFamily="34" charset="0"/>
                <a:cs typeface="Calibri" panose="020F0502020204030204" pitchFamily="34" charset="0"/>
              </a:rPr>
              <a:t>Page 1c</a:t>
            </a:r>
            <a:endParaRPr kumimoji="0" lang="en-US" sz="1100" b="1" i="0" u="none" strike="noStrike" kern="0" cap="none" spc="0" normalizeH="0" baseline="0" noProof="0" dirty="0">
              <a:ln>
                <a:noFill/>
              </a:ln>
              <a:effectLst/>
              <a:uLnTx/>
              <a:uFillTx/>
              <a:latin typeface="Aptos" panose="020B0004020202020204" pitchFamily="34" charset="0"/>
              <a:ea typeface="Calibri" panose="020F0502020204030204" pitchFamily="34" charset="0"/>
              <a:cs typeface="Calibri" panose="020F050202020403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lang="en-US" sz="1400" b="1" kern="0" dirty="0">
              <a:latin typeface="Aptos" panose="020B000402020202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CBBFEE15-2728-6EDB-3E16-D1E9CC87C553}"/>
              </a:ext>
            </a:extLst>
          </p:cNvPr>
          <p:cNvSpPr txBox="1"/>
          <p:nvPr/>
        </p:nvSpPr>
        <p:spPr>
          <a:xfrm>
            <a:off x="3576572" y="6238515"/>
            <a:ext cx="8413024" cy="564129"/>
          </a:xfrm>
          <a:prstGeom prst="rect">
            <a:avLst/>
          </a:prstGeom>
          <a:noFill/>
        </p:spPr>
        <p:txBody>
          <a:bodyPr wrap="square">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70C0"/>
                </a:solidFill>
                <a:effectLst/>
                <a:uLnTx/>
                <a:uFillTx/>
                <a:latin typeface="Aptos" panose="02110004020202020204"/>
                <a:ea typeface="+mn-ea"/>
                <a:cs typeface="+mn-cs"/>
              </a:rPr>
              <a:t>Sector expertise: </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70C0"/>
              </a:solidFill>
              <a:effectLst/>
              <a:uLnTx/>
              <a:uFillTx/>
              <a:latin typeface="Aptos" panose="02110004020202020204"/>
              <a:ea typeface="+mn-ea"/>
              <a:cs typeface="+mn-cs"/>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002060"/>
                </a:solidFill>
                <a:effectLst/>
                <a:uLnTx/>
                <a:uFillTx/>
                <a:latin typeface="Aptos" panose="02110004020202020204"/>
                <a:ea typeface="+mn-ea"/>
                <a:cs typeface="+mn-cs"/>
              </a:rPr>
              <a:t>Food &amp; Beverage |  Retail | Logistics | Industrials | Manufacturing | Oil and Gas |  Healthcare | Pharma</a:t>
            </a:r>
            <a:endParaRPr kumimoji="0" lang="en-US" sz="1000" b="1" i="0" u="none" strike="noStrike" kern="0" cap="none" spc="0" normalizeH="0" baseline="0" noProof="0" dirty="0">
              <a:ln>
                <a:noFill/>
              </a:ln>
              <a:solidFill>
                <a:srgbClr val="002060"/>
              </a:solidFill>
              <a:effectLst/>
              <a:uLnTx/>
              <a:uFillTx/>
              <a:latin typeface="Aptos" panose="02110004020202020204"/>
              <a:ea typeface="Calibri" panose="020F0502020204030204" pitchFamily="34" charset="0"/>
              <a:cs typeface="Calibri" panose="020F0502020204030204" pitchFamily="34" charset="0"/>
            </a:endParaRPr>
          </a:p>
        </p:txBody>
      </p:sp>
      <p:grpSp>
        <p:nvGrpSpPr>
          <p:cNvPr id="17" name="Group 16">
            <a:extLst>
              <a:ext uri="{FF2B5EF4-FFF2-40B4-BE49-F238E27FC236}">
                <a16:creationId xmlns:a16="http://schemas.microsoft.com/office/drawing/2014/main" id="{8D494F2C-3E99-B43D-3F7D-7F477A02AD7F}"/>
              </a:ext>
            </a:extLst>
          </p:cNvPr>
          <p:cNvGrpSpPr/>
          <p:nvPr/>
        </p:nvGrpSpPr>
        <p:grpSpPr>
          <a:xfrm>
            <a:off x="4875871" y="5783955"/>
            <a:ext cx="6740611" cy="238830"/>
            <a:chOff x="4875871" y="5783955"/>
            <a:chExt cx="6740611" cy="238830"/>
          </a:xfrm>
        </p:grpSpPr>
        <p:sp>
          <p:nvSpPr>
            <p:cNvPr id="4" name="Rectangle 3">
              <a:extLst>
                <a:ext uri="{FF2B5EF4-FFF2-40B4-BE49-F238E27FC236}">
                  <a16:creationId xmlns:a16="http://schemas.microsoft.com/office/drawing/2014/main" id="{EAF39832-56DF-FDC7-60CE-9B78E2C7648A}"/>
                </a:ext>
              </a:extLst>
            </p:cNvPr>
            <p:cNvSpPr/>
            <p:nvPr/>
          </p:nvSpPr>
          <p:spPr>
            <a:xfrm>
              <a:off x="4875871" y="5783955"/>
              <a:ext cx="1198628" cy="218596"/>
            </a:xfrm>
            <a:prstGeom prst="rect">
              <a:avLst/>
            </a:prstGeom>
            <a:solidFill>
              <a:schemeClr val="accent4">
                <a:lumMod val="20000"/>
                <a:lumOff val="80000"/>
              </a:schemeClr>
            </a:solidFill>
            <a:ln w="12700" cap="flat" cmpd="sng" algn="ctr">
              <a:noFill/>
              <a:prstDash val="solid"/>
              <a:miter lim="800000"/>
            </a:ln>
            <a:effectLst/>
          </p:spPr>
          <p:txBody>
            <a:bodyPr tIns="182880" rtlCol="0" anchor="ctr" anchorCtr="0"/>
            <a:lstStyle/>
            <a:p>
              <a:r>
                <a:rPr lang="en-US" sz="900" b="1" dirty="0"/>
                <a:t>Demand Sensing</a:t>
              </a:r>
              <a:endParaRPr kumimoji="0" lang="en-US" sz="900" b="1"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a:p>
              <a:pPr lvl="0" fontAlgn="base">
                <a:spcBef>
                  <a:spcPct val="0"/>
                </a:spcBef>
                <a:spcAft>
                  <a:spcPct val="0"/>
                </a:spcAft>
                <a:defRPr/>
              </a:pPr>
              <a:endParaRPr kumimoji="0" lang="en-US" sz="900" b="0"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72F3A0A8-67C4-164B-8E11-058F03EE81F7}"/>
                </a:ext>
              </a:extLst>
            </p:cNvPr>
            <p:cNvSpPr/>
            <p:nvPr/>
          </p:nvSpPr>
          <p:spPr>
            <a:xfrm>
              <a:off x="6103659" y="5783955"/>
              <a:ext cx="1198628" cy="218596"/>
            </a:xfrm>
            <a:prstGeom prst="rect">
              <a:avLst/>
            </a:prstGeom>
            <a:solidFill>
              <a:schemeClr val="accent4">
                <a:lumMod val="20000"/>
                <a:lumOff val="80000"/>
              </a:schemeClr>
            </a:solidFill>
            <a:ln w="12700" cap="flat" cmpd="sng" algn="ctr">
              <a:noFill/>
              <a:prstDash val="solid"/>
              <a:miter lim="800000"/>
            </a:ln>
            <a:effectLst/>
          </p:spPr>
          <p:txBody>
            <a:bodyPr tIns="182880" rtlCol="0" anchor="ctr" anchorCtr="0"/>
            <a:lstStyle/>
            <a:p>
              <a:r>
                <a:rPr kumimoji="0" lang="en-US" sz="900" b="1"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rPr>
                <a:t>Finite Scheduling</a:t>
              </a:r>
            </a:p>
            <a:p>
              <a:pPr lvl="0" fontAlgn="base">
                <a:spcBef>
                  <a:spcPct val="0"/>
                </a:spcBef>
                <a:spcAft>
                  <a:spcPct val="0"/>
                </a:spcAft>
                <a:defRPr/>
              </a:pPr>
              <a:endParaRPr kumimoji="0" lang="en-US" sz="900" b="0"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C8454F41-573F-148B-7FD3-574961C7570A}"/>
                </a:ext>
              </a:extLst>
            </p:cNvPr>
            <p:cNvSpPr/>
            <p:nvPr/>
          </p:nvSpPr>
          <p:spPr>
            <a:xfrm>
              <a:off x="7332233" y="5783955"/>
              <a:ext cx="1198628" cy="218596"/>
            </a:xfrm>
            <a:prstGeom prst="rect">
              <a:avLst/>
            </a:prstGeom>
            <a:solidFill>
              <a:schemeClr val="accent4">
                <a:lumMod val="20000"/>
                <a:lumOff val="80000"/>
              </a:schemeClr>
            </a:solidFill>
            <a:ln w="12700" cap="flat" cmpd="sng" algn="ctr">
              <a:noFill/>
              <a:prstDash val="solid"/>
              <a:miter lim="800000"/>
            </a:ln>
            <a:effectLst/>
          </p:spPr>
          <p:txBody>
            <a:bodyPr tIns="182880" rtlCol="0" anchor="ctr" anchorCtr="0"/>
            <a:lstStyle/>
            <a:p>
              <a:r>
                <a:rPr lang="en-US" sz="900" b="1" dirty="0"/>
                <a:t>Load Optimizer</a:t>
              </a:r>
              <a:endParaRPr kumimoji="0" lang="en-US" sz="900" b="1"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a:p>
              <a:pPr lvl="0" fontAlgn="base">
                <a:spcBef>
                  <a:spcPct val="0"/>
                </a:spcBef>
                <a:spcAft>
                  <a:spcPct val="0"/>
                </a:spcAft>
                <a:defRPr/>
              </a:pPr>
              <a:endParaRPr kumimoji="0" lang="en-US" sz="900" b="0"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981980DF-F316-62A6-0F98-A5F1816C9D8E}"/>
                </a:ext>
              </a:extLst>
            </p:cNvPr>
            <p:cNvSpPr/>
            <p:nvPr/>
          </p:nvSpPr>
          <p:spPr>
            <a:xfrm>
              <a:off x="8560806" y="5804189"/>
              <a:ext cx="1557631" cy="218596"/>
            </a:xfrm>
            <a:prstGeom prst="rect">
              <a:avLst/>
            </a:prstGeom>
            <a:solidFill>
              <a:schemeClr val="accent4">
                <a:lumMod val="20000"/>
                <a:lumOff val="80000"/>
              </a:schemeClr>
            </a:solidFill>
            <a:ln w="12700" cap="flat" cmpd="sng" algn="ctr">
              <a:noFill/>
              <a:prstDash val="solid"/>
              <a:miter lim="800000"/>
            </a:ln>
            <a:effectLst/>
          </p:spPr>
          <p:txBody>
            <a:bodyPr tIns="182880" rtlCol="0" anchor="ctr" anchorCtr="0"/>
            <a:lstStyle/>
            <a:p>
              <a:r>
                <a:rPr lang="en-US" sz="900" b="1" dirty="0"/>
                <a:t>Network COG Analytics</a:t>
              </a:r>
              <a:endParaRPr kumimoji="0" lang="en-US" sz="900" b="1"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a:p>
              <a:pPr lvl="0" fontAlgn="base">
                <a:spcBef>
                  <a:spcPct val="0"/>
                </a:spcBef>
                <a:spcAft>
                  <a:spcPct val="0"/>
                </a:spcAft>
                <a:defRPr/>
              </a:pPr>
              <a:endParaRPr kumimoji="0" lang="en-US" sz="900" b="0"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p:txBody>
        </p:sp>
        <p:sp>
          <p:nvSpPr>
            <p:cNvPr id="16" name="Rectangle 15">
              <a:extLst>
                <a:ext uri="{FF2B5EF4-FFF2-40B4-BE49-F238E27FC236}">
                  <a16:creationId xmlns:a16="http://schemas.microsoft.com/office/drawing/2014/main" id="{AFB80727-31E6-5B3D-AECA-E8725851690D}"/>
                </a:ext>
              </a:extLst>
            </p:cNvPr>
            <p:cNvSpPr/>
            <p:nvPr/>
          </p:nvSpPr>
          <p:spPr>
            <a:xfrm>
              <a:off x="10186446" y="5804189"/>
              <a:ext cx="1430036" cy="198362"/>
            </a:xfrm>
            <a:prstGeom prst="rect">
              <a:avLst/>
            </a:prstGeom>
            <a:solidFill>
              <a:schemeClr val="accent4">
                <a:lumMod val="20000"/>
                <a:lumOff val="80000"/>
              </a:schemeClr>
            </a:solidFill>
            <a:ln w="12700" cap="flat" cmpd="sng" algn="ctr">
              <a:noFill/>
              <a:prstDash val="solid"/>
              <a:miter lim="800000"/>
            </a:ln>
            <a:effectLst/>
          </p:spPr>
          <p:txBody>
            <a:bodyPr tIns="182880" rtlCol="0" anchor="ctr" anchorCtr="0"/>
            <a:lstStyle/>
            <a:p>
              <a:r>
                <a:rPr lang="en-US" sz="900" b="1" dirty="0"/>
                <a:t>Constraint Manager</a:t>
              </a:r>
              <a:endParaRPr kumimoji="0" lang="en-US" sz="900" b="1"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a:p>
              <a:pPr lvl="0" fontAlgn="base">
                <a:spcBef>
                  <a:spcPct val="0"/>
                </a:spcBef>
                <a:spcAft>
                  <a:spcPct val="0"/>
                </a:spcAft>
                <a:defRPr/>
              </a:pPr>
              <a:endParaRPr kumimoji="0" lang="en-US" sz="900" b="0"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p:txBody>
        </p:sp>
      </p:grpSp>
      <p:sp>
        <p:nvSpPr>
          <p:cNvPr id="19" name="Rectangle: Rounded Corners 18">
            <a:extLst>
              <a:ext uri="{FF2B5EF4-FFF2-40B4-BE49-F238E27FC236}">
                <a16:creationId xmlns:a16="http://schemas.microsoft.com/office/drawing/2014/main" id="{BBD451A0-1DB7-A888-D297-C54DA9AB50E0}"/>
              </a:ext>
            </a:extLst>
          </p:cNvPr>
          <p:cNvSpPr/>
          <p:nvPr/>
        </p:nvSpPr>
        <p:spPr>
          <a:xfrm>
            <a:off x="3576573" y="5629017"/>
            <a:ext cx="8300468" cy="487304"/>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1E1FA05-D3CF-92B1-CA61-F2F62690588A}"/>
              </a:ext>
            </a:extLst>
          </p:cNvPr>
          <p:cNvSpPr/>
          <p:nvPr/>
        </p:nvSpPr>
        <p:spPr>
          <a:xfrm>
            <a:off x="3635584" y="5679816"/>
            <a:ext cx="1172277" cy="393769"/>
          </a:xfrm>
          <a:prstGeom prst="rect">
            <a:avLst/>
          </a:prstGeom>
          <a:solidFill>
            <a:srgbClr val="0070C0"/>
          </a:solidFill>
          <a:ln w="12700" cap="flat" cmpd="sng" algn="ctr">
            <a:noFill/>
            <a:prstDash val="solid"/>
            <a:miter lim="800000"/>
          </a:ln>
          <a:effectLst/>
        </p:spPr>
        <p:txBody>
          <a:bodyPr tIns="182880"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900" b="1" i="0" u="none" strike="noStrike" kern="0" cap="none" spc="0" normalizeH="0" baseline="0" noProof="0" dirty="0">
                <a:ln>
                  <a:noFill/>
                </a:ln>
                <a:solidFill>
                  <a:schemeClr val="bg1"/>
                </a:solidFill>
                <a:effectLst/>
                <a:uLnTx/>
                <a:uFillTx/>
                <a:latin typeface="Aptos" panose="020B0004020202020204" pitchFamily="34" charset="0"/>
                <a:ea typeface="Calibri" panose="020F0502020204030204" pitchFamily="34" charset="0"/>
                <a:cs typeface="Calibri" panose="020F0502020204030204" pitchFamily="34" charset="0"/>
              </a:rPr>
              <a:t>Solutions Ready in </a:t>
            </a:r>
            <a:r>
              <a:rPr kumimoji="0" lang="en-US" sz="900" b="1" i="0" u="none" strike="noStrike" kern="0" cap="none" spc="0" normalizeH="0" baseline="0" noProof="0" dirty="0" err="1">
                <a:ln>
                  <a:noFill/>
                </a:ln>
                <a:solidFill>
                  <a:schemeClr val="bg1"/>
                </a:solidFill>
                <a:effectLst/>
                <a:uLnTx/>
                <a:uFillTx/>
                <a:latin typeface="Aptos" panose="020B0004020202020204" pitchFamily="34" charset="0"/>
                <a:ea typeface="Calibri" panose="020F0502020204030204" pitchFamily="34" charset="0"/>
                <a:cs typeface="Calibri" panose="020F0502020204030204" pitchFamily="34" charset="0"/>
              </a:rPr>
              <a:t>ourTesseract</a:t>
            </a:r>
            <a:r>
              <a:rPr kumimoji="0" lang="en-US" sz="900" b="1" i="0" u="none" strike="noStrike" kern="0" cap="none" spc="0" normalizeH="0" baseline="0" noProof="0" dirty="0">
                <a:ln>
                  <a:noFill/>
                </a:ln>
                <a:solidFill>
                  <a:schemeClr val="bg1"/>
                </a:solidFill>
                <a:effectLst/>
                <a:uLnTx/>
                <a:uFillTx/>
                <a:latin typeface="Aptos" panose="020B0004020202020204" pitchFamily="34" charset="0"/>
                <a:ea typeface="Calibri" panose="020F0502020204030204" pitchFamily="34" charset="0"/>
                <a:cs typeface="Calibri" panose="020F0502020204030204" pitchFamily="34" charset="0"/>
              </a:rPr>
              <a:t>  Labs</a:t>
            </a:r>
          </a:p>
          <a:p>
            <a:pPr marL="0" marR="0" lvl="0" indent="0" algn="l" defTabSz="914400" rtl="0" eaLnBrk="1" fontAlgn="base" latinLnBrk="0" hangingPunct="1">
              <a:lnSpc>
                <a:spcPct val="100000"/>
              </a:lnSpc>
              <a:spcBef>
                <a:spcPct val="0"/>
              </a:spcBef>
              <a:spcAft>
                <a:spcPct val="0"/>
              </a:spcAft>
              <a:buClrTx/>
              <a:buSzTx/>
              <a:buFontTx/>
              <a:buNone/>
              <a:tabLst/>
              <a:defRPr/>
            </a:pPr>
            <a:endParaRPr lang="en-US" sz="900" b="1" kern="0" dirty="0">
              <a:solidFill>
                <a:schemeClr val="bg1"/>
              </a:solidFill>
              <a:latin typeface="Aptos" panose="020B000402020202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04389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FB107-1554-04EE-F987-C3A3015C8B1D}"/>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E3C7163D-7BDB-C600-A598-F997173524E6}"/>
              </a:ext>
            </a:extLst>
          </p:cNvPr>
          <p:cNvSpPr/>
          <p:nvPr/>
        </p:nvSpPr>
        <p:spPr>
          <a:xfrm>
            <a:off x="3408255" y="925569"/>
            <a:ext cx="8783744" cy="592244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46F682F-01C2-1105-C763-BE80DFD890C2}"/>
              </a:ext>
            </a:extLst>
          </p:cNvPr>
          <p:cNvSpPr txBox="1">
            <a:spLocks/>
          </p:cNvSpPr>
          <p:nvPr/>
        </p:nvSpPr>
        <p:spPr>
          <a:xfrm>
            <a:off x="5289630" y="244826"/>
            <a:ext cx="3993266" cy="396267"/>
          </a:xfrm>
          <a:prstGeom prst="rect">
            <a:avLst/>
          </a:prstGeom>
        </p:spPr>
        <p:txBody>
          <a:bodyPr anchor="ctr" anchorCtr="0"/>
          <a:lstStyle>
            <a:defPPr>
              <a:defRPr lang="en-US"/>
            </a:defPPr>
            <a:lvl1pPr fontAlgn="auto">
              <a:lnSpc>
                <a:spcPct val="90000"/>
              </a:lnSpc>
              <a:spcBef>
                <a:spcPts val="0"/>
              </a:spcBef>
              <a:spcAft>
                <a:spcPts val="0"/>
              </a:spcAft>
              <a:defRPr b="1">
                <a:solidFill>
                  <a:srgbClr val="00B0F0"/>
                </a:solidFill>
                <a:latin typeface="Aptos" panose="02110004020202020204"/>
                <a:ea typeface="Calibri" panose="020F0502020204030204" pitchFamily="34" charset="0"/>
                <a:cs typeface="Calibri" panose="020F0502020204030204" pitchFamily="34" charset="0"/>
              </a:defRPr>
            </a:lvl1pPr>
            <a:lvl2pPr marL="685800" indent="-228600" defTabSz="914400" eaLnBrk="1" latinLnBrk="0" hangingPunct="1">
              <a:lnSpc>
                <a:spcPct val="90000"/>
              </a:lnSpc>
              <a:spcBef>
                <a:spcPts val="500"/>
              </a:spcBef>
              <a:buFont typeface="Arial" panose="020B0604020202020204" pitchFamily="34" charset="0"/>
              <a:buChar char="•"/>
              <a:defRPr sz="2400">
                <a:latin typeface="Arial" panose="020B0604020202020204" pitchFamily="34" charset="0"/>
                <a:cs typeface="Arial" panose="020B0604020202020204" pitchFamily="34" charset="0"/>
              </a:defRPr>
            </a:lvl2pPr>
            <a:lvl3pPr marL="1143000" indent="-228600" defTabSz="914400" eaLnBrk="1" latinLnBrk="0" hangingPunct="1">
              <a:lnSpc>
                <a:spcPct val="90000"/>
              </a:lnSpc>
              <a:spcBef>
                <a:spcPts val="500"/>
              </a:spcBef>
              <a:buFont typeface="Arial" panose="020B0604020202020204" pitchFamily="34" charset="0"/>
              <a:buChar char="•"/>
              <a:defRPr sz="2000">
                <a:latin typeface="Arial" panose="020B0604020202020204" pitchFamily="34" charset="0"/>
                <a:cs typeface="Arial" panose="020B0604020202020204" pitchFamily="34" charset="0"/>
              </a:defRPr>
            </a:lvl3pPr>
            <a:lvl4pPr marL="1600200" indent="-228600" defTabSz="914400" eaLnBrk="1" latinLnBrk="0" hangingPunct="1">
              <a:lnSpc>
                <a:spcPct val="90000"/>
              </a:lnSpc>
              <a:spcBef>
                <a:spcPts val="500"/>
              </a:spcBef>
              <a:buFont typeface="Arial" panose="020B0604020202020204" pitchFamily="34" charset="0"/>
              <a:buChar char="•"/>
              <a:defRPr sz="1800">
                <a:latin typeface="Arial" panose="020B0604020202020204" pitchFamily="34" charset="0"/>
                <a:cs typeface="Arial" panose="020B0604020202020204" pitchFamily="34" charset="0"/>
              </a:defRPr>
            </a:lvl4pPr>
            <a:lvl5pPr marL="2057400" indent="-228600" defTabSz="914400" eaLnBrk="1" latinLnBrk="0" hangingPunct="1">
              <a:lnSpc>
                <a:spcPct val="90000"/>
              </a:lnSpc>
              <a:spcBef>
                <a:spcPts val="500"/>
              </a:spcBef>
              <a:buFont typeface="Arial" panose="020B0604020202020204" pitchFamily="34" charset="0"/>
              <a:buChar char="•"/>
              <a:defRPr sz="1800">
                <a:latin typeface="Arial" panose="020B0604020202020204" pitchFamily="34" charset="0"/>
                <a:cs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cs typeface="+mn-cs"/>
              </a:defRPr>
            </a:lvl6pPr>
            <a:lvl7pPr marL="2971800" indent="-228600">
              <a:lnSpc>
                <a:spcPct val="90000"/>
              </a:lnSpc>
              <a:spcBef>
                <a:spcPts val="500"/>
              </a:spcBef>
              <a:buFont typeface="Arial" panose="020B0604020202020204" pitchFamily="34" charset="0"/>
              <a:buChar char="•"/>
              <a:defRPr sz="1800">
                <a:latin typeface="+mn-lt"/>
                <a:cs typeface="+mn-cs"/>
              </a:defRPr>
            </a:lvl7pPr>
            <a:lvl8pPr marL="3429000" indent="-228600">
              <a:lnSpc>
                <a:spcPct val="90000"/>
              </a:lnSpc>
              <a:spcBef>
                <a:spcPts val="500"/>
              </a:spcBef>
              <a:buFont typeface="Arial" panose="020B0604020202020204" pitchFamily="34" charset="0"/>
              <a:buChar char="•"/>
              <a:defRPr sz="1800">
                <a:latin typeface="+mn-lt"/>
                <a:cs typeface="+mn-cs"/>
              </a:defRPr>
            </a:lvl8pPr>
            <a:lvl9pPr marL="3886200" indent="-228600">
              <a:lnSpc>
                <a:spcPct val="90000"/>
              </a:lnSpc>
              <a:spcBef>
                <a:spcPts val="500"/>
              </a:spcBef>
              <a:buFont typeface="Arial" panose="020B0604020202020204" pitchFamily="34" charset="0"/>
              <a:buChar char="•"/>
              <a:defRPr sz="1800">
                <a:latin typeface="+mn-lt"/>
                <a:cs typeface="+mn-cs"/>
              </a:defRPr>
            </a:lvl9pPr>
          </a:lstStyle>
          <a:p>
            <a:pPr lvl="0" algn="ctr">
              <a:defRPr/>
            </a:pPr>
            <a:r>
              <a:rPr lang="en-US" kern="0" dirty="0"/>
              <a:t>Our Service Offerings</a:t>
            </a:r>
          </a:p>
        </p:txBody>
      </p:sp>
      <p:sp>
        <p:nvSpPr>
          <p:cNvPr id="3" name="Rectangle 2">
            <a:extLst>
              <a:ext uri="{FF2B5EF4-FFF2-40B4-BE49-F238E27FC236}">
                <a16:creationId xmlns:a16="http://schemas.microsoft.com/office/drawing/2014/main" id="{752A63F0-E693-736B-6292-75BFF12A4BA4}"/>
              </a:ext>
            </a:extLst>
          </p:cNvPr>
          <p:cNvSpPr/>
          <p:nvPr/>
        </p:nvSpPr>
        <p:spPr>
          <a:xfrm>
            <a:off x="3408255" y="926569"/>
            <a:ext cx="8783742" cy="835313"/>
          </a:xfrm>
          <a:prstGeom prst="rect">
            <a:avLst/>
          </a:prstGeom>
          <a:solidFill>
            <a:schemeClr val="bg1">
              <a:lumMod val="85000"/>
            </a:schemeClr>
          </a:solidFill>
          <a:ln w="12700" cap="flat" cmpd="sng" algn="ctr">
            <a:noFill/>
            <a:prstDash val="solid"/>
            <a:miter lim="800000"/>
          </a:ln>
          <a:effectLst/>
        </p:spPr>
        <p:txBody>
          <a:bodyPr tIns="182880" rtlCol="0" anchor="t" anchorCtr="0"/>
          <a:lstStyle/>
          <a:p>
            <a:r>
              <a:rPr lang="en-US" sz="1100" dirty="0"/>
              <a:t>With our strategic focus on clinical data that drives supply chain, Hyperchain Solution guides enterprises through </a:t>
            </a:r>
            <a:r>
              <a:rPr lang="en-US" sz="1100" b="1" dirty="0"/>
              <a:t>transformations that generates measurable and sustainable impact.</a:t>
            </a:r>
            <a:endParaRPr lang="en-US" sz="1100" dirty="0"/>
          </a:p>
        </p:txBody>
      </p:sp>
      <p:sp>
        <p:nvSpPr>
          <p:cNvPr id="7" name="Rectangle 6">
            <a:extLst>
              <a:ext uri="{FF2B5EF4-FFF2-40B4-BE49-F238E27FC236}">
                <a16:creationId xmlns:a16="http://schemas.microsoft.com/office/drawing/2014/main" id="{36052BBD-8F38-AAC9-F009-1A94E9BE05F3}"/>
              </a:ext>
            </a:extLst>
          </p:cNvPr>
          <p:cNvSpPr/>
          <p:nvPr/>
        </p:nvSpPr>
        <p:spPr>
          <a:xfrm>
            <a:off x="-4" y="925569"/>
            <a:ext cx="3408256" cy="1031709"/>
          </a:xfrm>
          <a:prstGeom prst="rect">
            <a:avLst/>
          </a:prstGeom>
          <a:solidFill>
            <a:srgbClr val="00B0F0"/>
          </a:solidFill>
          <a:ln w="12700" cap="flat" cmpd="sng" algn="ctr">
            <a:noFill/>
            <a:prstDash val="solid"/>
            <a:miter lim="800000"/>
          </a:ln>
          <a:effectLst/>
        </p:spPr>
        <p:txBody>
          <a:bodyPr tIns="0" rtlCol="0" anchor="ctr"/>
          <a:lstStyle/>
          <a:p>
            <a:pPr fontAlgn="base">
              <a:spcBef>
                <a:spcPct val="0"/>
              </a:spcBef>
              <a:spcAft>
                <a:spcPct val="0"/>
              </a:spcAft>
            </a:pPr>
            <a:r>
              <a:rPr lang="en-US" sz="1400" b="1" dirty="0">
                <a:solidFill>
                  <a:schemeClr val="bg1"/>
                </a:solidFill>
              </a:rPr>
              <a:t>Tagline – </a:t>
            </a:r>
          </a:p>
          <a:p>
            <a:pPr fontAlgn="base">
              <a:spcBef>
                <a:spcPct val="0"/>
              </a:spcBef>
              <a:spcAft>
                <a:spcPct val="0"/>
              </a:spcAft>
            </a:pPr>
            <a:endParaRPr lang="en-US" sz="1400" b="1" dirty="0">
              <a:solidFill>
                <a:schemeClr val="bg1"/>
              </a:solidFill>
            </a:endParaRPr>
          </a:p>
          <a:p>
            <a:pPr fontAlgn="base">
              <a:spcBef>
                <a:spcPct val="0"/>
              </a:spcBef>
              <a:spcAft>
                <a:spcPct val="0"/>
              </a:spcAft>
            </a:pPr>
            <a:r>
              <a:rPr lang="en-US" sz="1400" b="1" dirty="0">
                <a:solidFill>
                  <a:schemeClr val="bg1"/>
                </a:solidFill>
              </a:rPr>
              <a:t>Engineering Data, Technology, Supply Chain Intelligence</a:t>
            </a:r>
            <a:endParaRPr lang="en-US" sz="1400" b="1" kern="0" dirty="0">
              <a:solidFill>
                <a:schemeClr val="bg1"/>
              </a:solidFill>
              <a:latin typeface="Aptos" panose="020B0004020202020204" pitchFamily="34" charset="0"/>
              <a:ea typeface="Calibri" panose="020F0502020204030204" pitchFamily="34" charset="0"/>
              <a:cs typeface="Calibri" panose="020F0502020204030204" pitchFamily="34" charset="0"/>
            </a:endParaRPr>
          </a:p>
        </p:txBody>
      </p:sp>
      <p:pic>
        <p:nvPicPr>
          <p:cNvPr id="13" name="Picture 12">
            <a:extLst>
              <a:ext uri="{FF2B5EF4-FFF2-40B4-BE49-F238E27FC236}">
                <a16:creationId xmlns:a16="http://schemas.microsoft.com/office/drawing/2014/main" id="{EB8FCC67-472B-E1FE-A513-8F7BEB16EF29}"/>
              </a:ext>
            </a:extLst>
          </p:cNvPr>
          <p:cNvPicPr>
            <a:picLocks noChangeAspect="1"/>
          </p:cNvPicPr>
          <p:nvPr/>
        </p:nvPicPr>
        <p:blipFill>
          <a:blip r:embed="rId3"/>
          <a:stretch>
            <a:fillRect/>
          </a:stretch>
        </p:blipFill>
        <p:spPr>
          <a:xfrm>
            <a:off x="0" y="4608138"/>
            <a:ext cx="3408257" cy="2249862"/>
          </a:xfrm>
          <a:prstGeom prst="rect">
            <a:avLst/>
          </a:prstGeom>
        </p:spPr>
      </p:pic>
      <p:sp>
        <p:nvSpPr>
          <p:cNvPr id="6" name="Rectangle 5">
            <a:extLst>
              <a:ext uri="{FF2B5EF4-FFF2-40B4-BE49-F238E27FC236}">
                <a16:creationId xmlns:a16="http://schemas.microsoft.com/office/drawing/2014/main" id="{D8123596-A07B-52AA-7E7F-FB2CC37FF874}"/>
              </a:ext>
            </a:extLst>
          </p:cNvPr>
          <p:cNvSpPr/>
          <p:nvPr/>
        </p:nvSpPr>
        <p:spPr>
          <a:xfrm>
            <a:off x="3408255" y="1792120"/>
            <a:ext cx="8783742" cy="5055894"/>
          </a:xfrm>
          <a:prstGeom prst="rect">
            <a:avLst/>
          </a:prstGeom>
          <a:solidFill>
            <a:schemeClr val="accent4">
              <a:lumMod val="20000"/>
              <a:lumOff val="80000"/>
            </a:schemeClr>
          </a:solidFill>
          <a:ln w="12700" cap="flat" cmpd="sng" algn="ctr">
            <a:noFill/>
            <a:prstDash val="solid"/>
            <a:miter lim="800000"/>
          </a:ln>
          <a:effectLst/>
        </p:spPr>
        <p:txBody>
          <a:bodyPr tIns="182880" rtlCol="0" anchor="t" anchorCtr="0"/>
          <a:lstStyle/>
          <a:p>
            <a:r>
              <a:rPr lang="en-US" dirty="0"/>
              <a:t>Key Areas of Expertise – </a:t>
            </a:r>
            <a:r>
              <a:rPr lang="en-US" b="1" dirty="0"/>
              <a:t>Implementation Services</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1"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a:p>
            <a:pPr lvl="0" fontAlgn="base">
              <a:spcBef>
                <a:spcPct val="0"/>
              </a:spcBef>
              <a:spcAft>
                <a:spcPct val="0"/>
              </a:spcAft>
              <a:defRPr/>
            </a:pPr>
            <a:endParaRPr kumimoji="0" lang="en-US" sz="1100" b="0"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p:txBody>
      </p:sp>
      <p:sp>
        <p:nvSpPr>
          <p:cNvPr id="15" name="Title 1">
            <a:extLst>
              <a:ext uri="{FF2B5EF4-FFF2-40B4-BE49-F238E27FC236}">
                <a16:creationId xmlns:a16="http://schemas.microsoft.com/office/drawing/2014/main" id="{3C128CE1-1F13-A2CE-3CB4-C9B8058AC410}"/>
              </a:ext>
            </a:extLst>
          </p:cNvPr>
          <p:cNvSpPr txBox="1">
            <a:spLocks/>
          </p:cNvSpPr>
          <p:nvPr/>
        </p:nvSpPr>
        <p:spPr>
          <a:xfrm>
            <a:off x="-4" y="2071514"/>
            <a:ext cx="3408257" cy="396267"/>
          </a:xfrm>
          <a:prstGeom prst="rect">
            <a:avLst/>
          </a:prstGeom>
          <a:solidFill>
            <a:srgbClr val="002060"/>
          </a:solidFill>
        </p:spPr>
        <p:txBody>
          <a:bodyPr anchor="ctr" anchorCtr="0"/>
          <a:lstStyle>
            <a:defPPr>
              <a:defRPr lang="en-US"/>
            </a:defPPr>
            <a:lvl1pPr fontAlgn="auto">
              <a:lnSpc>
                <a:spcPct val="90000"/>
              </a:lnSpc>
              <a:spcBef>
                <a:spcPts val="0"/>
              </a:spcBef>
              <a:spcAft>
                <a:spcPts val="0"/>
              </a:spcAft>
              <a:defRPr b="1">
                <a:solidFill>
                  <a:srgbClr val="00B0F0"/>
                </a:solidFill>
                <a:latin typeface="Aptos" panose="02110004020202020204"/>
                <a:ea typeface="Calibri" panose="020F0502020204030204" pitchFamily="34" charset="0"/>
                <a:cs typeface="Calibri" panose="020F0502020204030204" pitchFamily="34" charset="0"/>
              </a:defRPr>
            </a:lvl1pPr>
            <a:lvl2pPr marL="685800" indent="-228600" defTabSz="914400" eaLnBrk="1" latinLnBrk="0" hangingPunct="1">
              <a:lnSpc>
                <a:spcPct val="90000"/>
              </a:lnSpc>
              <a:spcBef>
                <a:spcPts val="500"/>
              </a:spcBef>
              <a:buFont typeface="Arial" panose="020B0604020202020204" pitchFamily="34" charset="0"/>
              <a:buChar char="•"/>
              <a:defRPr sz="2400">
                <a:latin typeface="Arial" panose="020B0604020202020204" pitchFamily="34" charset="0"/>
                <a:cs typeface="Arial" panose="020B0604020202020204" pitchFamily="34" charset="0"/>
              </a:defRPr>
            </a:lvl2pPr>
            <a:lvl3pPr marL="1143000" indent="-228600" defTabSz="914400" eaLnBrk="1" latinLnBrk="0" hangingPunct="1">
              <a:lnSpc>
                <a:spcPct val="90000"/>
              </a:lnSpc>
              <a:spcBef>
                <a:spcPts val="500"/>
              </a:spcBef>
              <a:buFont typeface="Arial" panose="020B0604020202020204" pitchFamily="34" charset="0"/>
              <a:buChar char="•"/>
              <a:defRPr sz="2000">
                <a:latin typeface="Arial" panose="020B0604020202020204" pitchFamily="34" charset="0"/>
                <a:cs typeface="Arial" panose="020B0604020202020204" pitchFamily="34" charset="0"/>
              </a:defRPr>
            </a:lvl3pPr>
            <a:lvl4pPr marL="1600200" indent="-228600" defTabSz="914400" eaLnBrk="1" latinLnBrk="0" hangingPunct="1">
              <a:lnSpc>
                <a:spcPct val="90000"/>
              </a:lnSpc>
              <a:spcBef>
                <a:spcPts val="500"/>
              </a:spcBef>
              <a:buFont typeface="Arial" panose="020B0604020202020204" pitchFamily="34" charset="0"/>
              <a:buChar char="•"/>
              <a:defRPr sz="1800">
                <a:latin typeface="Arial" panose="020B0604020202020204" pitchFamily="34" charset="0"/>
                <a:cs typeface="Arial" panose="020B0604020202020204" pitchFamily="34" charset="0"/>
              </a:defRPr>
            </a:lvl4pPr>
            <a:lvl5pPr marL="2057400" indent="-228600" defTabSz="914400" eaLnBrk="1" latinLnBrk="0" hangingPunct="1">
              <a:lnSpc>
                <a:spcPct val="90000"/>
              </a:lnSpc>
              <a:spcBef>
                <a:spcPts val="500"/>
              </a:spcBef>
              <a:buFont typeface="Arial" panose="020B0604020202020204" pitchFamily="34" charset="0"/>
              <a:buChar char="•"/>
              <a:defRPr sz="1800">
                <a:latin typeface="Arial" panose="020B0604020202020204" pitchFamily="34" charset="0"/>
                <a:cs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cs typeface="+mn-cs"/>
              </a:defRPr>
            </a:lvl6pPr>
            <a:lvl7pPr marL="2971800" indent="-228600">
              <a:lnSpc>
                <a:spcPct val="90000"/>
              </a:lnSpc>
              <a:spcBef>
                <a:spcPts val="500"/>
              </a:spcBef>
              <a:buFont typeface="Arial" panose="020B0604020202020204" pitchFamily="34" charset="0"/>
              <a:buChar char="•"/>
              <a:defRPr sz="1800">
                <a:latin typeface="+mn-lt"/>
                <a:cs typeface="+mn-cs"/>
              </a:defRPr>
            </a:lvl7pPr>
            <a:lvl8pPr marL="3429000" indent="-228600">
              <a:lnSpc>
                <a:spcPct val="90000"/>
              </a:lnSpc>
              <a:spcBef>
                <a:spcPts val="500"/>
              </a:spcBef>
              <a:buFont typeface="Arial" panose="020B0604020202020204" pitchFamily="34" charset="0"/>
              <a:buChar char="•"/>
              <a:defRPr sz="1800">
                <a:latin typeface="+mn-lt"/>
                <a:cs typeface="+mn-cs"/>
              </a:defRPr>
            </a:lvl8pPr>
            <a:lvl9pPr marL="3886200" indent="-228600">
              <a:lnSpc>
                <a:spcPct val="90000"/>
              </a:lnSpc>
              <a:spcBef>
                <a:spcPts val="500"/>
              </a:spcBef>
              <a:buFont typeface="Arial" panose="020B0604020202020204" pitchFamily="34" charset="0"/>
              <a:buChar char="•"/>
              <a:defRPr sz="1800">
                <a:latin typeface="+mn-lt"/>
                <a:cs typeface="+mn-cs"/>
              </a:defRPr>
            </a:lvl9pPr>
          </a:lstStyle>
          <a:p>
            <a:pPr marL="0" marR="0" lvl="0" indent="0" defTabSz="914400" rtl="0" eaLnBrk="1" fontAlgn="auto" latinLnBrk="0" hangingPunct="1">
              <a:lnSpc>
                <a:spcPct val="90000"/>
              </a:lnSpc>
              <a:spcBef>
                <a:spcPts val="0"/>
              </a:spcBef>
              <a:spcAft>
                <a:spcPts val="0"/>
              </a:spcAft>
              <a:buClrTx/>
              <a:buSzTx/>
              <a:buFontTx/>
              <a:buNone/>
              <a:tabLst/>
              <a:defRPr/>
            </a:pPr>
            <a:r>
              <a:rPr lang="en-US" sz="1050" kern="0" dirty="0">
                <a:solidFill>
                  <a:schemeClr val="bg1">
                    <a:lumMod val="95000"/>
                  </a:schemeClr>
                </a:solidFill>
              </a:rPr>
              <a:t>Implementation partners</a:t>
            </a:r>
            <a:endParaRPr kumimoji="0" sz="1050" b="1" i="0" u="none" strike="noStrike" kern="0" cap="none" spc="0" normalizeH="0" baseline="0" noProof="0" dirty="0">
              <a:ln>
                <a:noFill/>
              </a:ln>
              <a:solidFill>
                <a:schemeClr val="bg1">
                  <a:lumMod val="95000"/>
                </a:schemeClr>
              </a:solidFill>
              <a:effectLst/>
              <a:uLnTx/>
              <a:uFillTx/>
              <a:latin typeface="Aptos" panose="02110004020202020204"/>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4DB1F959-407C-5F45-A6F6-498AFD763607}"/>
              </a:ext>
            </a:extLst>
          </p:cNvPr>
          <p:cNvSpPr txBox="1"/>
          <p:nvPr/>
        </p:nvSpPr>
        <p:spPr>
          <a:xfrm>
            <a:off x="3516663" y="2340663"/>
            <a:ext cx="8434260" cy="3776174"/>
          </a:xfrm>
          <a:prstGeom prst="rect">
            <a:avLst/>
          </a:prstGeom>
          <a:solidFill>
            <a:schemeClr val="bg1">
              <a:lumMod val="95000"/>
            </a:schemeClr>
          </a:solidFill>
        </p:spPr>
        <p:txBody>
          <a:bodyPr wrap="square" tIns="45720">
            <a:noAutofit/>
          </a:bodyPr>
          <a:lstStyle/>
          <a:p>
            <a:endParaRPr lang="en-US" sz="1000" b="1" i="0" dirty="0">
              <a:solidFill>
                <a:srgbClr val="212934"/>
              </a:solidFill>
              <a:effectLst/>
              <a:latin typeface="Aptos" panose="020B0004020202020204" pitchFamily="34" charset="0"/>
            </a:endParaRPr>
          </a:p>
          <a:p>
            <a:r>
              <a:rPr lang="en-US" sz="1200" b="1" i="0" dirty="0">
                <a:solidFill>
                  <a:srgbClr val="212934"/>
                </a:solidFill>
                <a:effectLst/>
                <a:latin typeface="Aptos" panose="020B0004020202020204" pitchFamily="34" charset="0"/>
              </a:rPr>
              <a:t>Supply Chain Implementation Services: </a:t>
            </a:r>
          </a:p>
          <a:p>
            <a:endParaRPr lang="en-US" sz="1000" dirty="0">
              <a:solidFill>
                <a:srgbClr val="212934"/>
              </a:solidFill>
              <a:latin typeface="Aptos" panose="020B0004020202020204" pitchFamily="34" charset="0"/>
            </a:endParaRPr>
          </a:p>
          <a:p>
            <a:pPr marL="171450" indent="-171450">
              <a:buFont typeface="Aptos" panose="020B0004020202020204" pitchFamily="34" charset="0"/>
              <a:buChar char="›"/>
            </a:pPr>
            <a:r>
              <a:rPr lang="en-US" sz="1000" dirty="0">
                <a:solidFill>
                  <a:srgbClr val="212934"/>
                </a:solidFill>
                <a:latin typeface="Aptos" panose="020B0004020202020204" pitchFamily="34" charset="0"/>
              </a:rPr>
              <a:t>Strategy &amp; Consulting</a:t>
            </a:r>
          </a:p>
          <a:p>
            <a:pPr marL="628650" lvl="1" indent="-171450">
              <a:buFont typeface="Aptos" panose="020B0004020202020204" pitchFamily="34" charset="0"/>
              <a:buChar char="›"/>
            </a:pPr>
            <a:r>
              <a:rPr lang="en-US" sz="1000" dirty="0">
                <a:solidFill>
                  <a:srgbClr val="212934"/>
                </a:solidFill>
                <a:latin typeface="Aptos" panose="020B0004020202020204" pitchFamily="34" charset="0"/>
              </a:rPr>
              <a:t>Assess Maturity stage of your supply chain systems and technology debts</a:t>
            </a:r>
            <a:endParaRPr lang="en-US" sz="1000" b="1" dirty="0">
              <a:solidFill>
                <a:srgbClr val="002060"/>
              </a:solidFill>
              <a:latin typeface="Aptos" panose="020B0004020202020204" pitchFamily="34" charset="0"/>
            </a:endParaRPr>
          </a:p>
          <a:p>
            <a:pPr marL="171450" indent="-171450">
              <a:buFont typeface="Aptos" panose="020B0004020202020204" pitchFamily="34" charset="0"/>
              <a:buChar char="›"/>
            </a:pPr>
            <a:r>
              <a:rPr lang="en-US" sz="1000" dirty="0">
                <a:latin typeface="Aptos" panose="020B0004020202020204" pitchFamily="34" charset="0"/>
              </a:rPr>
              <a:t>Technology deployment and adoption</a:t>
            </a:r>
          </a:p>
          <a:p>
            <a:pPr marL="628650" lvl="2" indent="-171450">
              <a:buFont typeface="Aptos" panose="020B0004020202020204" pitchFamily="34" charset="0"/>
              <a:buChar char="›"/>
            </a:pPr>
            <a:r>
              <a:rPr lang="en-US" sz="1000" dirty="0">
                <a:solidFill>
                  <a:srgbClr val="212934"/>
                </a:solidFill>
                <a:latin typeface="Aptos" panose="020B0004020202020204" pitchFamily="34" charset="0"/>
              </a:rPr>
              <a:t>Deploy technology SaaS platforms on-cloud across Plan, Source, Make and Deliver</a:t>
            </a:r>
          </a:p>
          <a:p>
            <a:pPr marL="1085850" lvl="3" indent="-171450">
              <a:buFont typeface="Aptos" panose="020B0004020202020204" pitchFamily="34" charset="0"/>
              <a:buChar char="›"/>
            </a:pPr>
            <a:r>
              <a:rPr lang="en-US" sz="1000" dirty="0">
                <a:solidFill>
                  <a:srgbClr val="212934"/>
                </a:solidFill>
                <a:latin typeface="Aptos" panose="020B0004020202020204" pitchFamily="34" charset="0"/>
              </a:rPr>
              <a:t>SAP S/4 Hana, Blue Yonder Luminate, Kinaxis </a:t>
            </a:r>
            <a:r>
              <a:rPr lang="en-US" sz="1000" dirty="0" err="1">
                <a:solidFill>
                  <a:srgbClr val="212934"/>
                </a:solidFill>
                <a:latin typeface="Aptos" panose="020B0004020202020204" pitchFamily="34" charset="0"/>
              </a:rPr>
              <a:t>RapidReponse</a:t>
            </a:r>
            <a:r>
              <a:rPr lang="en-US" sz="1000" dirty="0">
                <a:solidFill>
                  <a:srgbClr val="212934"/>
                </a:solidFill>
                <a:latin typeface="Aptos" panose="020B0004020202020204" pitchFamily="34" charset="0"/>
              </a:rPr>
              <a:t>, John Galt Atlas (</a:t>
            </a:r>
            <a:r>
              <a:rPr lang="en-US" sz="1000" dirty="0" err="1">
                <a:solidFill>
                  <a:srgbClr val="212934"/>
                </a:solidFill>
                <a:latin typeface="Aptos" panose="020B0004020202020204" pitchFamily="34" charset="0"/>
              </a:rPr>
              <a:t>Forecastx</a:t>
            </a:r>
            <a:r>
              <a:rPr lang="en-US" sz="1000" dirty="0">
                <a:solidFill>
                  <a:srgbClr val="212934"/>
                </a:solidFill>
                <a:latin typeface="Aptos" panose="020B0004020202020204" pitchFamily="34" charset="0"/>
              </a:rPr>
              <a:t>), Manhattan Active, OTM, Oracle Netsuite</a:t>
            </a:r>
          </a:p>
          <a:p>
            <a:endParaRPr lang="en-US" sz="1200" dirty="0">
              <a:solidFill>
                <a:srgbClr val="212934"/>
              </a:solidFill>
              <a:latin typeface="Aptos" panose="020B0004020202020204" pitchFamily="34" charset="0"/>
            </a:endParaRPr>
          </a:p>
          <a:p>
            <a:r>
              <a:rPr lang="en-US" sz="1200" b="1" dirty="0">
                <a:solidFill>
                  <a:srgbClr val="0070C0"/>
                </a:solidFill>
                <a:latin typeface="Aptos" panose="020B0004020202020204" pitchFamily="34" charset="0"/>
              </a:rPr>
              <a:t>Book a Discovery call </a:t>
            </a:r>
            <a:r>
              <a:rPr lang="en-US" sz="1200" b="1" dirty="0">
                <a:solidFill>
                  <a:srgbClr val="212934"/>
                </a:solidFill>
                <a:latin typeface="Aptos" panose="020B0004020202020204" pitchFamily="34" charset="0"/>
              </a:rPr>
              <a:t>with us to learn more</a:t>
            </a:r>
            <a:endParaRPr lang="en-US" sz="1000" dirty="0">
              <a:latin typeface="Aptos" panose="020B0004020202020204" pitchFamily="34" charset="0"/>
            </a:endParaRPr>
          </a:p>
        </p:txBody>
      </p:sp>
      <p:pic>
        <p:nvPicPr>
          <p:cNvPr id="12" name="Picture 11">
            <a:extLst>
              <a:ext uri="{FF2B5EF4-FFF2-40B4-BE49-F238E27FC236}">
                <a16:creationId xmlns:a16="http://schemas.microsoft.com/office/drawing/2014/main" id="{FF8FB0F5-9109-327E-413F-017EC6460C68}"/>
              </a:ext>
            </a:extLst>
          </p:cNvPr>
          <p:cNvPicPr>
            <a:picLocks noChangeAspect="1"/>
          </p:cNvPicPr>
          <p:nvPr/>
        </p:nvPicPr>
        <p:blipFill>
          <a:blip r:embed="rId4"/>
          <a:stretch>
            <a:fillRect/>
          </a:stretch>
        </p:blipFill>
        <p:spPr>
          <a:xfrm>
            <a:off x="28979" y="2633443"/>
            <a:ext cx="814508" cy="372110"/>
          </a:xfrm>
          <a:prstGeom prst="rect">
            <a:avLst/>
          </a:prstGeom>
        </p:spPr>
      </p:pic>
      <p:pic>
        <p:nvPicPr>
          <p:cNvPr id="18" name="Picture 17">
            <a:extLst>
              <a:ext uri="{FF2B5EF4-FFF2-40B4-BE49-F238E27FC236}">
                <a16:creationId xmlns:a16="http://schemas.microsoft.com/office/drawing/2014/main" id="{38A0F1BA-0DAB-4546-F621-8CF04393743A}"/>
              </a:ext>
            </a:extLst>
          </p:cNvPr>
          <p:cNvPicPr>
            <a:picLocks noChangeAspect="1"/>
          </p:cNvPicPr>
          <p:nvPr/>
        </p:nvPicPr>
        <p:blipFill>
          <a:blip r:embed="rId5"/>
          <a:stretch>
            <a:fillRect/>
          </a:stretch>
        </p:blipFill>
        <p:spPr>
          <a:xfrm>
            <a:off x="1008279" y="2633892"/>
            <a:ext cx="1268738" cy="388057"/>
          </a:xfrm>
          <a:prstGeom prst="rect">
            <a:avLst/>
          </a:prstGeom>
        </p:spPr>
      </p:pic>
      <p:pic>
        <p:nvPicPr>
          <p:cNvPr id="20" name="Picture 19">
            <a:extLst>
              <a:ext uri="{FF2B5EF4-FFF2-40B4-BE49-F238E27FC236}">
                <a16:creationId xmlns:a16="http://schemas.microsoft.com/office/drawing/2014/main" id="{1CA057FC-3985-48ED-F850-7C4670F7E0FF}"/>
              </a:ext>
            </a:extLst>
          </p:cNvPr>
          <p:cNvPicPr>
            <a:picLocks noChangeAspect="1"/>
          </p:cNvPicPr>
          <p:nvPr/>
        </p:nvPicPr>
        <p:blipFill>
          <a:blip r:embed="rId6"/>
          <a:stretch>
            <a:fillRect/>
          </a:stretch>
        </p:blipFill>
        <p:spPr>
          <a:xfrm>
            <a:off x="28979" y="3177610"/>
            <a:ext cx="814508" cy="236022"/>
          </a:xfrm>
          <a:prstGeom prst="rect">
            <a:avLst/>
          </a:prstGeom>
        </p:spPr>
      </p:pic>
      <p:pic>
        <p:nvPicPr>
          <p:cNvPr id="22" name="Picture 21">
            <a:extLst>
              <a:ext uri="{FF2B5EF4-FFF2-40B4-BE49-F238E27FC236}">
                <a16:creationId xmlns:a16="http://schemas.microsoft.com/office/drawing/2014/main" id="{7F0B44AA-0E5A-CA84-A267-4C617BA70F6C}"/>
              </a:ext>
            </a:extLst>
          </p:cNvPr>
          <p:cNvPicPr>
            <a:picLocks noChangeAspect="1"/>
          </p:cNvPicPr>
          <p:nvPr/>
        </p:nvPicPr>
        <p:blipFill>
          <a:blip r:embed="rId7"/>
          <a:stretch>
            <a:fillRect/>
          </a:stretch>
        </p:blipFill>
        <p:spPr>
          <a:xfrm>
            <a:off x="2396067" y="2633443"/>
            <a:ext cx="898750" cy="396267"/>
          </a:xfrm>
          <a:prstGeom prst="rect">
            <a:avLst/>
          </a:prstGeom>
        </p:spPr>
      </p:pic>
      <p:pic>
        <p:nvPicPr>
          <p:cNvPr id="24" name="Picture 23">
            <a:extLst>
              <a:ext uri="{FF2B5EF4-FFF2-40B4-BE49-F238E27FC236}">
                <a16:creationId xmlns:a16="http://schemas.microsoft.com/office/drawing/2014/main" id="{B3651DAF-5D09-1F34-128E-8983805097FB}"/>
              </a:ext>
            </a:extLst>
          </p:cNvPr>
          <p:cNvPicPr>
            <a:picLocks noChangeAspect="1"/>
          </p:cNvPicPr>
          <p:nvPr/>
        </p:nvPicPr>
        <p:blipFill>
          <a:blip r:embed="rId8"/>
          <a:stretch>
            <a:fillRect/>
          </a:stretch>
        </p:blipFill>
        <p:spPr>
          <a:xfrm>
            <a:off x="1098349" y="3122846"/>
            <a:ext cx="876376" cy="304827"/>
          </a:xfrm>
          <a:prstGeom prst="rect">
            <a:avLst/>
          </a:prstGeom>
        </p:spPr>
      </p:pic>
      <p:pic>
        <p:nvPicPr>
          <p:cNvPr id="26" name="Picture 25">
            <a:extLst>
              <a:ext uri="{FF2B5EF4-FFF2-40B4-BE49-F238E27FC236}">
                <a16:creationId xmlns:a16="http://schemas.microsoft.com/office/drawing/2014/main" id="{A0F52791-5966-0C5E-3F63-D7A370E389CB}"/>
              </a:ext>
            </a:extLst>
          </p:cNvPr>
          <p:cNvPicPr>
            <a:picLocks noChangeAspect="1"/>
          </p:cNvPicPr>
          <p:nvPr/>
        </p:nvPicPr>
        <p:blipFill>
          <a:blip r:embed="rId9"/>
          <a:stretch>
            <a:fillRect/>
          </a:stretch>
        </p:blipFill>
        <p:spPr>
          <a:xfrm>
            <a:off x="2396067" y="3078067"/>
            <a:ext cx="624925" cy="409282"/>
          </a:xfrm>
          <a:prstGeom prst="rect">
            <a:avLst/>
          </a:prstGeom>
        </p:spPr>
      </p:pic>
      <p:pic>
        <p:nvPicPr>
          <p:cNvPr id="28" name="Picture 27">
            <a:extLst>
              <a:ext uri="{FF2B5EF4-FFF2-40B4-BE49-F238E27FC236}">
                <a16:creationId xmlns:a16="http://schemas.microsoft.com/office/drawing/2014/main" id="{3009B08C-4FBF-A796-3566-266B64EACF49}"/>
              </a:ext>
            </a:extLst>
          </p:cNvPr>
          <p:cNvPicPr>
            <a:picLocks noChangeAspect="1"/>
          </p:cNvPicPr>
          <p:nvPr/>
        </p:nvPicPr>
        <p:blipFill>
          <a:blip r:embed="rId10"/>
          <a:stretch>
            <a:fillRect/>
          </a:stretch>
        </p:blipFill>
        <p:spPr>
          <a:xfrm>
            <a:off x="218588" y="3583751"/>
            <a:ext cx="802075" cy="462458"/>
          </a:xfrm>
          <a:prstGeom prst="rect">
            <a:avLst/>
          </a:prstGeom>
        </p:spPr>
      </p:pic>
      <p:pic>
        <p:nvPicPr>
          <p:cNvPr id="30" name="Picture 29">
            <a:extLst>
              <a:ext uri="{FF2B5EF4-FFF2-40B4-BE49-F238E27FC236}">
                <a16:creationId xmlns:a16="http://schemas.microsoft.com/office/drawing/2014/main" id="{CED880D3-AD23-CB21-A33D-F5BFDD889BC9}"/>
              </a:ext>
            </a:extLst>
          </p:cNvPr>
          <p:cNvPicPr>
            <a:picLocks noChangeAspect="1"/>
          </p:cNvPicPr>
          <p:nvPr/>
        </p:nvPicPr>
        <p:blipFill>
          <a:blip r:embed="rId11"/>
          <a:stretch>
            <a:fillRect/>
          </a:stretch>
        </p:blipFill>
        <p:spPr>
          <a:xfrm>
            <a:off x="1589742" y="3648246"/>
            <a:ext cx="687275" cy="378002"/>
          </a:xfrm>
          <a:prstGeom prst="rect">
            <a:avLst/>
          </a:prstGeom>
        </p:spPr>
      </p:pic>
      <p:pic>
        <p:nvPicPr>
          <p:cNvPr id="32" name="Picture 31">
            <a:extLst>
              <a:ext uri="{FF2B5EF4-FFF2-40B4-BE49-F238E27FC236}">
                <a16:creationId xmlns:a16="http://schemas.microsoft.com/office/drawing/2014/main" id="{D582FD5A-78A1-E736-EBE1-229A4F11107B}"/>
              </a:ext>
            </a:extLst>
          </p:cNvPr>
          <p:cNvPicPr>
            <a:picLocks noChangeAspect="1"/>
          </p:cNvPicPr>
          <p:nvPr/>
        </p:nvPicPr>
        <p:blipFill>
          <a:blip r:embed="rId12"/>
          <a:stretch>
            <a:fillRect/>
          </a:stretch>
        </p:blipFill>
        <p:spPr>
          <a:xfrm>
            <a:off x="679541" y="4126803"/>
            <a:ext cx="1141137" cy="378002"/>
          </a:xfrm>
          <a:prstGeom prst="rect">
            <a:avLst/>
          </a:prstGeom>
        </p:spPr>
      </p:pic>
      <p:pic>
        <p:nvPicPr>
          <p:cNvPr id="34" name="Picture 33">
            <a:extLst>
              <a:ext uri="{FF2B5EF4-FFF2-40B4-BE49-F238E27FC236}">
                <a16:creationId xmlns:a16="http://schemas.microsoft.com/office/drawing/2014/main" id="{A9019299-3F28-4567-851F-495FD1D48231}"/>
              </a:ext>
            </a:extLst>
          </p:cNvPr>
          <p:cNvPicPr>
            <a:picLocks noChangeAspect="1"/>
          </p:cNvPicPr>
          <p:nvPr/>
        </p:nvPicPr>
        <p:blipFill>
          <a:blip r:embed="rId13"/>
          <a:stretch>
            <a:fillRect/>
          </a:stretch>
        </p:blipFill>
        <p:spPr>
          <a:xfrm>
            <a:off x="2408358" y="3771858"/>
            <a:ext cx="778051" cy="732947"/>
          </a:xfrm>
          <a:prstGeom prst="rect">
            <a:avLst/>
          </a:prstGeom>
        </p:spPr>
      </p:pic>
      <p:sp>
        <p:nvSpPr>
          <p:cNvPr id="35" name="Rectangle 34">
            <a:extLst>
              <a:ext uri="{FF2B5EF4-FFF2-40B4-BE49-F238E27FC236}">
                <a16:creationId xmlns:a16="http://schemas.microsoft.com/office/drawing/2014/main" id="{7B1CD142-DCEB-17AD-1C5F-7A54BA1D8ED6}"/>
              </a:ext>
            </a:extLst>
          </p:cNvPr>
          <p:cNvSpPr/>
          <p:nvPr/>
        </p:nvSpPr>
        <p:spPr>
          <a:xfrm>
            <a:off x="0" y="0"/>
            <a:ext cx="3408257" cy="671331"/>
          </a:xfrm>
          <a:prstGeom prst="rect">
            <a:avLst/>
          </a:prstGeom>
          <a:solidFill>
            <a:schemeClr val="bg2">
              <a:lumMod val="10000"/>
            </a:schemeClr>
          </a:solidFill>
          <a:ln w="12700" cap="flat" cmpd="sng" algn="ctr">
            <a:noFill/>
            <a:prstDash val="solid"/>
            <a:miter lim="800000"/>
          </a:ln>
          <a:effectLst/>
        </p:spPr>
        <p:txBody>
          <a:bodyPr tIns="27432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chemeClr val="tx2">
                    <a:lumMod val="25000"/>
                    <a:lumOff val="75000"/>
                  </a:schemeClr>
                </a:solidFill>
                <a:effectLst/>
                <a:uLnTx/>
                <a:uFillTx/>
                <a:latin typeface="Aptos" panose="020B0004020202020204" pitchFamily="34" charset="0"/>
                <a:ea typeface="Calibri" panose="020F0502020204030204" pitchFamily="34" charset="0"/>
                <a:cs typeface="Calibri" panose="020F0502020204030204" pitchFamily="34" charset="0"/>
              </a:rPr>
              <a:t>Hyperchain Solution</a:t>
            </a:r>
          </a:p>
          <a:p>
            <a:pPr marL="0" marR="0" lvl="0" indent="0" algn="ctr" defTabSz="914400" rtl="0" eaLnBrk="1" fontAlgn="base" latinLnBrk="0" hangingPunct="1">
              <a:lnSpc>
                <a:spcPct val="100000"/>
              </a:lnSpc>
              <a:spcBef>
                <a:spcPct val="0"/>
              </a:spcBef>
              <a:spcAft>
                <a:spcPct val="0"/>
              </a:spcAft>
              <a:buClrTx/>
              <a:buSzTx/>
              <a:buFontTx/>
              <a:buNone/>
              <a:tabLst/>
              <a:defRPr/>
            </a:pPr>
            <a:endParaRPr lang="en-US" sz="1600" b="1" kern="0" dirty="0">
              <a:solidFill>
                <a:schemeClr val="tx2">
                  <a:lumMod val="25000"/>
                  <a:lumOff val="75000"/>
                </a:schemeClr>
              </a:solidFill>
              <a:latin typeface="Aptos" panose="020B0004020202020204" pitchFamily="34" charset="0"/>
              <a:ea typeface="Calibri" panose="020F0502020204030204" pitchFamily="34" charset="0"/>
              <a:cs typeface="Calibri" panose="020F0502020204030204" pitchFamily="34" charset="0"/>
            </a:endParaRPr>
          </a:p>
        </p:txBody>
      </p:sp>
      <p:sp>
        <p:nvSpPr>
          <p:cNvPr id="36" name="Rectangle 35">
            <a:extLst>
              <a:ext uri="{FF2B5EF4-FFF2-40B4-BE49-F238E27FC236}">
                <a16:creationId xmlns:a16="http://schemas.microsoft.com/office/drawing/2014/main" id="{D8CF37AC-5931-3FF7-AA21-C4F7804D4A38}"/>
              </a:ext>
            </a:extLst>
          </p:cNvPr>
          <p:cNvSpPr/>
          <p:nvPr/>
        </p:nvSpPr>
        <p:spPr>
          <a:xfrm>
            <a:off x="3576572" y="104173"/>
            <a:ext cx="2102868" cy="530072"/>
          </a:xfrm>
          <a:prstGeom prst="rect">
            <a:avLst/>
          </a:prstGeom>
          <a:noFill/>
          <a:ln w="12700" cap="flat" cmpd="sng" algn="ctr">
            <a:noFill/>
            <a:prstDash val="solid"/>
            <a:miter lim="800000"/>
          </a:ln>
          <a:effectLst/>
        </p:spPr>
        <p:txBody>
          <a:bodyPr tIns="274320"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dirty="0">
                <a:ln>
                  <a:noFill/>
                </a:ln>
                <a:effectLst/>
                <a:uLnTx/>
                <a:uFillTx/>
                <a:latin typeface="Aptos" panose="020B0004020202020204" pitchFamily="34" charset="0"/>
                <a:ea typeface="Calibri" panose="020F0502020204030204" pitchFamily="34" charset="0"/>
                <a:cs typeface="Calibri" panose="020F0502020204030204" pitchFamily="34" charset="0"/>
              </a:rPr>
              <a:t>Page 1d</a:t>
            </a:r>
            <a:endParaRPr kumimoji="0" lang="en-US" sz="1100" b="1" i="0" u="none" strike="noStrike" kern="0" cap="none" spc="0" normalizeH="0" baseline="0" noProof="0" dirty="0">
              <a:ln>
                <a:noFill/>
              </a:ln>
              <a:effectLst/>
              <a:uLnTx/>
              <a:uFillTx/>
              <a:latin typeface="Aptos" panose="020B0004020202020204" pitchFamily="34" charset="0"/>
              <a:ea typeface="Calibri" panose="020F0502020204030204" pitchFamily="34" charset="0"/>
              <a:cs typeface="Calibri" panose="020F050202020403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lang="en-US" sz="1400" b="1" kern="0" dirty="0">
              <a:latin typeface="Aptos" panose="020B000402020202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1DED8458-4810-023C-2C76-C8E4CF144C66}"/>
              </a:ext>
            </a:extLst>
          </p:cNvPr>
          <p:cNvSpPr txBox="1"/>
          <p:nvPr/>
        </p:nvSpPr>
        <p:spPr>
          <a:xfrm>
            <a:off x="3576572" y="6147075"/>
            <a:ext cx="8413024" cy="564129"/>
          </a:xfrm>
          <a:prstGeom prst="rect">
            <a:avLst/>
          </a:prstGeom>
          <a:noFill/>
        </p:spPr>
        <p:txBody>
          <a:bodyPr wrap="square">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70C0"/>
                </a:solidFill>
                <a:effectLst/>
                <a:uLnTx/>
                <a:uFillTx/>
                <a:latin typeface="Aptos" panose="02110004020202020204"/>
                <a:ea typeface="+mn-ea"/>
                <a:cs typeface="+mn-cs"/>
              </a:rPr>
              <a:t>Sector expertise: </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70C0"/>
              </a:solidFill>
              <a:effectLst/>
              <a:uLnTx/>
              <a:uFillTx/>
              <a:latin typeface="Aptos" panose="02110004020202020204"/>
              <a:ea typeface="+mn-ea"/>
              <a:cs typeface="+mn-cs"/>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002060"/>
                </a:solidFill>
                <a:effectLst/>
                <a:uLnTx/>
                <a:uFillTx/>
                <a:latin typeface="Aptos" panose="02110004020202020204"/>
                <a:ea typeface="+mn-ea"/>
                <a:cs typeface="+mn-cs"/>
              </a:rPr>
              <a:t>Food &amp; Beverage |  Retail | Logistics | Industrials | Manufacturing | Oil and Gas |  Healthcare | Pharma</a:t>
            </a:r>
            <a:endParaRPr kumimoji="0" lang="en-US" sz="1000" b="1" i="0" u="none" strike="noStrike" kern="0" cap="none" spc="0" normalizeH="0" baseline="0" noProof="0" dirty="0">
              <a:ln>
                <a:noFill/>
              </a:ln>
              <a:solidFill>
                <a:srgbClr val="002060"/>
              </a:solidFill>
              <a:effectLst/>
              <a:uLnTx/>
              <a:uFillTx/>
              <a:latin typeface="Aptos" panose="02110004020202020204"/>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05614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37AE0-E4F3-A24B-45FC-B45E054BEE8F}"/>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E63BAB9B-50BC-BFCD-0FDA-452FD89DD9BD}"/>
              </a:ext>
            </a:extLst>
          </p:cNvPr>
          <p:cNvSpPr/>
          <p:nvPr/>
        </p:nvSpPr>
        <p:spPr>
          <a:xfrm>
            <a:off x="3408255" y="925569"/>
            <a:ext cx="8783744" cy="592244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solidFill>
                <a:srgbClr val="0070C0"/>
              </a:solidFill>
            </a:endParaRPr>
          </a:p>
        </p:txBody>
      </p:sp>
      <p:sp>
        <p:nvSpPr>
          <p:cNvPr id="2" name="Title 1">
            <a:extLst>
              <a:ext uri="{FF2B5EF4-FFF2-40B4-BE49-F238E27FC236}">
                <a16:creationId xmlns:a16="http://schemas.microsoft.com/office/drawing/2014/main" id="{4B85D302-77B2-1B7A-63B7-48B5BBD761D2}"/>
              </a:ext>
            </a:extLst>
          </p:cNvPr>
          <p:cNvSpPr txBox="1">
            <a:spLocks/>
          </p:cNvSpPr>
          <p:nvPr/>
        </p:nvSpPr>
        <p:spPr>
          <a:xfrm>
            <a:off x="4944070" y="244826"/>
            <a:ext cx="5230077" cy="396267"/>
          </a:xfrm>
          <a:prstGeom prst="rect">
            <a:avLst/>
          </a:prstGeom>
        </p:spPr>
        <p:txBody>
          <a:bodyPr anchor="ctr" anchorCtr="0"/>
          <a:lstStyle>
            <a:defPPr>
              <a:defRPr lang="en-US"/>
            </a:defPPr>
            <a:lvl1pPr fontAlgn="auto">
              <a:lnSpc>
                <a:spcPct val="90000"/>
              </a:lnSpc>
              <a:spcBef>
                <a:spcPts val="0"/>
              </a:spcBef>
              <a:spcAft>
                <a:spcPts val="0"/>
              </a:spcAft>
              <a:defRPr b="1">
                <a:solidFill>
                  <a:srgbClr val="00B0F0"/>
                </a:solidFill>
                <a:latin typeface="Aptos" panose="02110004020202020204"/>
                <a:ea typeface="Calibri" panose="020F0502020204030204" pitchFamily="34" charset="0"/>
                <a:cs typeface="Calibri" panose="020F0502020204030204" pitchFamily="34" charset="0"/>
              </a:defRPr>
            </a:lvl1pPr>
            <a:lvl2pPr marL="685800" indent="-228600" defTabSz="914400" eaLnBrk="1" latinLnBrk="0" hangingPunct="1">
              <a:lnSpc>
                <a:spcPct val="90000"/>
              </a:lnSpc>
              <a:spcBef>
                <a:spcPts val="500"/>
              </a:spcBef>
              <a:buFont typeface="Arial" panose="020B0604020202020204" pitchFamily="34" charset="0"/>
              <a:buChar char="•"/>
              <a:defRPr sz="2400">
                <a:latin typeface="Arial" panose="020B0604020202020204" pitchFamily="34" charset="0"/>
                <a:cs typeface="Arial" panose="020B0604020202020204" pitchFamily="34" charset="0"/>
              </a:defRPr>
            </a:lvl2pPr>
            <a:lvl3pPr marL="1143000" indent="-228600" defTabSz="914400" eaLnBrk="1" latinLnBrk="0" hangingPunct="1">
              <a:lnSpc>
                <a:spcPct val="90000"/>
              </a:lnSpc>
              <a:spcBef>
                <a:spcPts val="500"/>
              </a:spcBef>
              <a:buFont typeface="Arial" panose="020B0604020202020204" pitchFamily="34" charset="0"/>
              <a:buChar char="•"/>
              <a:defRPr sz="2000">
                <a:latin typeface="Arial" panose="020B0604020202020204" pitchFamily="34" charset="0"/>
                <a:cs typeface="Arial" panose="020B0604020202020204" pitchFamily="34" charset="0"/>
              </a:defRPr>
            </a:lvl3pPr>
            <a:lvl4pPr marL="1600200" indent="-228600" defTabSz="914400" eaLnBrk="1" latinLnBrk="0" hangingPunct="1">
              <a:lnSpc>
                <a:spcPct val="90000"/>
              </a:lnSpc>
              <a:spcBef>
                <a:spcPts val="500"/>
              </a:spcBef>
              <a:buFont typeface="Arial" panose="020B0604020202020204" pitchFamily="34" charset="0"/>
              <a:buChar char="•"/>
              <a:defRPr sz="1800">
                <a:latin typeface="Arial" panose="020B0604020202020204" pitchFamily="34" charset="0"/>
                <a:cs typeface="Arial" panose="020B0604020202020204" pitchFamily="34" charset="0"/>
              </a:defRPr>
            </a:lvl4pPr>
            <a:lvl5pPr marL="2057400" indent="-228600" defTabSz="914400" eaLnBrk="1" latinLnBrk="0" hangingPunct="1">
              <a:lnSpc>
                <a:spcPct val="90000"/>
              </a:lnSpc>
              <a:spcBef>
                <a:spcPts val="500"/>
              </a:spcBef>
              <a:buFont typeface="Arial" panose="020B0604020202020204" pitchFamily="34" charset="0"/>
              <a:buChar char="•"/>
              <a:defRPr sz="1800">
                <a:latin typeface="Arial" panose="020B0604020202020204" pitchFamily="34" charset="0"/>
                <a:cs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cs typeface="+mn-cs"/>
              </a:defRPr>
            </a:lvl6pPr>
            <a:lvl7pPr marL="2971800" indent="-228600">
              <a:lnSpc>
                <a:spcPct val="90000"/>
              </a:lnSpc>
              <a:spcBef>
                <a:spcPts val="500"/>
              </a:spcBef>
              <a:buFont typeface="Arial" panose="020B0604020202020204" pitchFamily="34" charset="0"/>
              <a:buChar char="•"/>
              <a:defRPr sz="1800">
                <a:latin typeface="+mn-lt"/>
                <a:cs typeface="+mn-cs"/>
              </a:defRPr>
            </a:lvl7pPr>
            <a:lvl8pPr marL="3429000" indent="-228600">
              <a:lnSpc>
                <a:spcPct val="90000"/>
              </a:lnSpc>
              <a:spcBef>
                <a:spcPts val="500"/>
              </a:spcBef>
              <a:buFont typeface="Arial" panose="020B0604020202020204" pitchFamily="34" charset="0"/>
              <a:buChar char="•"/>
              <a:defRPr sz="1800">
                <a:latin typeface="+mn-lt"/>
                <a:cs typeface="+mn-cs"/>
              </a:defRPr>
            </a:lvl8pPr>
            <a:lvl9pPr marL="3886200" indent="-228600">
              <a:lnSpc>
                <a:spcPct val="90000"/>
              </a:lnSpc>
              <a:spcBef>
                <a:spcPts val="500"/>
              </a:spcBef>
              <a:buFont typeface="Arial" panose="020B0604020202020204" pitchFamily="34" charset="0"/>
              <a:buChar char="•"/>
              <a:defRPr sz="1800">
                <a:latin typeface="+mn-lt"/>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00B0F0"/>
                </a:solidFill>
                <a:effectLst/>
                <a:uLnTx/>
                <a:uFillTx/>
                <a:latin typeface="Aptos" panose="02110004020202020204"/>
                <a:ea typeface="Calibri" panose="020F0502020204030204" pitchFamily="34" charset="0"/>
                <a:cs typeface="Calibri" panose="020F0502020204030204" pitchFamily="34" charset="0"/>
              </a:rPr>
              <a:t>About Hyperchain Solution</a:t>
            </a:r>
            <a:endParaRPr kumimoji="0" sz="1800" b="1" i="0" u="none" strike="noStrike" kern="0" cap="none" spc="0" normalizeH="0" baseline="0" noProof="0" dirty="0">
              <a:ln>
                <a:noFill/>
              </a:ln>
              <a:solidFill>
                <a:srgbClr val="00B0F0"/>
              </a:solidFill>
              <a:effectLst/>
              <a:uLnTx/>
              <a:uFillTx/>
              <a:latin typeface="Aptos" panose="02110004020202020204"/>
              <a:ea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C885D124-B33A-C5D3-919F-D9578BF2B45A}"/>
              </a:ext>
            </a:extLst>
          </p:cNvPr>
          <p:cNvSpPr/>
          <p:nvPr/>
        </p:nvSpPr>
        <p:spPr>
          <a:xfrm>
            <a:off x="-5" y="925569"/>
            <a:ext cx="3408257" cy="671331"/>
          </a:xfrm>
          <a:prstGeom prst="rect">
            <a:avLst/>
          </a:prstGeom>
          <a:solidFill>
            <a:srgbClr val="00B0F0"/>
          </a:solidFill>
          <a:ln w="12700" cap="flat" cmpd="sng" algn="ctr">
            <a:noFill/>
            <a:prstDash val="solid"/>
            <a:miter lim="800000"/>
          </a:ln>
          <a:effectLst/>
        </p:spPr>
        <p:txBody>
          <a:bodyPr tIns="274320"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dirty="0">
                <a:ln>
                  <a:noFill/>
                </a:ln>
                <a:solidFill>
                  <a:schemeClr val="bg1"/>
                </a:solidFill>
                <a:effectLst/>
                <a:uLnTx/>
                <a:uFillTx/>
                <a:latin typeface="Aptos" panose="020B0004020202020204" pitchFamily="34" charset="0"/>
                <a:ea typeface="Calibri" panose="020F0502020204030204" pitchFamily="34" charset="0"/>
                <a:cs typeface="Calibri" panose="020F0502020204030204" pitchFamily="34" charset="0"/>
              </a:rPr>
              <a:t>About us</a:t>
            </a:r>
          </a:p>
          <a:p>
            <a:pPr marL="0" marR="0" lvl="0" indent="0" algn="l" defTabSz="914400" rtl="0" eaLnBrk="1" fontAlgn="base" latinLnBrk="0" hangingPunct="1">
              <a:lnSpc>
                <a:spcPct val="100000"/>
              </a:lnSpc>
              <a:spcBef>
                <a:spcPct val="0"/>
              </a:spcBef>
              <a:spcAft>
                <a:spcPct val="0"/>
              </a:spcAft>
              <a:buClrTx/>
              <a:buSzTx/>
              <a:buFontTx/>
              <a:buNone/>
              <a:tabLst/>
              <a:defRPr/>
            </a:pPr>
            <a:endParaRPr lang="en-US" sz="1400" b="1" kern="0" dirty="0">
              <a:solidFill>
                <a:schemeClr val="bg1"/>
              </a:solidFill>
              <a:latin typeface="Aptos" panose="020B0004020202020204" pitchFamily="34" charset="0"/>
              <a:ea typeface="Calibri" panose="020F0502020204030204" pitchFamily="34" charset="0"/>
              <a:cs typeface="Calibri" panose="020F0502020204030204" pitchFamily="34" charset="0"/>
            </a:endParaRPr>
          </a:p>
        </p:txBody>
      </p:sp>
      <p:pic>
        <p:nvPicPr>
          <p:cNvPr id="13" name="Picture 12">
            <a:extLst>
              <a:ext uri="{FF2B5EF4-FFF2-40B4-BE49-F238E27FC236}">
                <a16:creationId xmlns:a16="http://schemas.microsoft.com/office/drawing/2014/main" id="{AED09ACC-5419-69A0-BC2E-44F4D4FAC78F}"/>
              </a:ext>
            </a:extLst>
          </p:cNvPr>
          <p:cNvPicPr>
            <a:picLocks noChangeAspect="1"/>
          </p:cNvPicPr>
          <p:nvPr/>
        </p:nvPicPr>
        <p:blipFill>
          <a:blip r:embed="rId2"/>
          <a:stretch>
            <a:fillRect/>
          </a:stretch>
        </p:blipFill>
        <p:spPr>
          <a:xfrm>
            <a:off x="0" y="4608138"/>
            <a:ext cx="3408257" cy="2249862"/>
          </a:xfrm>
          <a:prstGeom prst="rect">
            <a:avLst/>
          </a:prstGeom>
        </p:spPr>
      </p:pic>
      <p:sp>
        <p:nvSpPr>
          <p:cNvPr id="6" name="Rectangle 5">
            <a:extLst>
              <a:ext uri="{FF2B5EF4-FFF2-40B4-BE49-F238E27FC236}">
                <a16:creationId xmlns:a16="http://schemas.microsoft.com/office/drawing/2014/main" id="{572A7851-8D7A-3531-5A39-42CF954E75B5}"/>
              </a:ext>
            </a:extLst>
          </p:cNvPr>
          <p:cNvSpPr/>
          <p:nvPr/>
        </p:nvSpPr>
        <p:spPr>
          <a:xfrm>
            <a:off x="3408258" y="2978522"/>
            <a:ext cx="8783742" cy="901613"/>
          </a:xfrm>
          <a:prstGeom prst="rect">
            <a:avLst/>
          </a:prstGeom>
          <a:solidFill>
            <a:schemeClr val="accent4">
              <a:lumMod val="20000"/>
              <a:lumOff val="80000"/>
            </a:schemeClr>
          </a:solidFill>
          <a:ln w="12700" cap="flat" cmpd="sng" algn="ctr">
            <a:noFill/>
            <a:prstDash val="solid"/>
            <a:miter lim="800000"/>
          </a:ln>
          <a:effectLst/>
        </p:spPr>
        <p:txBody>
          <a:bodyPr tIns="182880" rtlCol="0" anchor="ctr" anchorCtr="0"/>
          <a:lstStyle/>
          <a:p>
            <a:r>
              <a:rPr lang="en-US" sz="1200" b="1" dirty="0"/>
              <a:t>We are a boutique advisory firm working everything related to data engineering, intelligence and visibility that run your Enterprise supply chain systems </a:t>
            </a:r>
            <a:endParaRPr lang="en-US" sz="1200" dirty="0"/>
          </a:p>
        </p:txBody>
      </p:sp>
      <p:pic>
        <p:nvPicPr>
          <p:cNvPr id="9" name="Picture 8">
            <a:extLst>
              <a:ext uri="{FF2B5EF4-FFF2-40B4-BE49-F238E27FC236}">
                <a16:creationId xmlns:a16="http://schemas.microsoft.com/office/drawing/2014/main" id="{413ECBF1-00A0-0297-FB2D-A443B82D3393}"/>
              </a:ext>
            </a:extLst>
          </p:cNvPr>
          <p:cNvPicPr>
            <a:picLocks noChangeAspect="1"/>
          </p:cNvPicPr>
          <p:nvPr/>
        </p:nvPicPr>
        <p:blipFill>
          <a:blip r:embed="rId3"/>
          <a:stretch>
            <a:fillRect/>
          </a:stretch>
        </p:blipFill>
        <p:spPr>
          <a:xfrm>
            <a:off x="5903953" y="941876"/>
            <a:ext cx="3792347" cy="1961558"/>
          </a:xfrm>
          <a:prstGeom prst="rect">
            <a:avLst/>
          </a:prstGeom>
        </p:spPr>
      </p:pic>
      <p:sp>
        <p:nvSpPr>
          <p:cNvPr id="10" name="Rectangle 9">
            <a:extLst>
              <a:ext uri="{FF2B5EF4-FFF2-40B4-BE49-F238E27FC236}">
                <a16:creationId xmlns:a16="http://schemas.microsoft.com/office/drawing/2014/main" id="{E573450F-B6ED-F45D-010A-12B33D68E23D}"/>
              </a:ext>
            </a:extLst>
          </p:cNvPr>
          <p:cNvSpPr/>
          <p:nvPr/>
        </p:nvSpPr>
        <p:spPr>
          <a:xfrm>
            <a:off x="3404967" y="3855892"/>
            <a:ext cx="8783742" cy="1721631"/>
          </a:xfrm>
          <a:prstGeom prst="rect">
            <a:avLst/>
          </a:prstGeom>
          <a:solidFill>
            <a:schemeClr val="accent4">
              <a:lumMod val="20000"/>
              <a:lumOff val="80000"/>
            </a:schemeClr>
          </a:solidFill>
          <a:ln w="12700" cap="flat" cmpd="sng" algn="ctr">
            <a:noFill/>
            <a:prstDash val="solid"/>
            <a:miter lim="800000"/>
          </a:ln>
          <a:effectLst/>
        </p:spPr>
        <p:txBody>
          <a:bodyPr tIns="91440" rtlCol="0" anchor="ctr" anchorCtr="0"/>
          <a:lstStyle/>
          <a:p>
            <a:r>
              <a:rPr lang="en-US" sz="1200" b="1" dirty="0"/>
              <a:t>Our Vision: </a:t>
            </a:r>
            <a:r>
              <a:rPr lang="en-US" sz="1200" dirty="0">
                <a:solidFill>
                  <a:srgbClr val="0070C0"/>
                </a:solidFill>
              </a:rPr>
              <a:t>Simplify your supply chains, Enable data intelligence in your decision controls</a:t>
            </a:r>
          </a:p>
          <a:p>
            <a:endParaRPr lang="en-US" sz="1200" dirty="0">
              <a:solidFill>
                <a:srgbClr val="0070C0"/>
              </a:solidFill>
            </a:endParaRPr>
          </a:p>
          <a:p>
            <a:r>
              <a:rPr lang="en-US" sz="1200" b="1" dirty="0"/>
              <a:t>Our Values: </a:t>
            </a:r>
            <a:r>
              <a:rPr lang="en-US" sz="1200" dirty="0">
                <a:solidFill>
                  <a:srgbClr val="0070C0"/>
                </a:solidFill>
              </a:rPr>
              <a:t>We believe in not replacing your workforce with AI, but by enabling your associates with better tools, technology and simple processes the create a future successful enterprise.</a:t>
            </a:r>
          </a:p>
        </p:txBody>
      </p:sp>
      <p:sp>
        <p:nvSpPr>
          <p:cNvPr id="22" name="Title 1">
            <a:extLst>
              <a:ext uri="{FF2B5EF4-FFF2-40B4-BE49-F238E27FC236}">
                <a16:creationId xmlns:a16="http://schemas.microsoft.com/office/drawing/2014/main" id="{3FA607CD-E9F0-E1CC-9B3E-36B9EC4799EE}"/>
              </a:ext>
            </a:extLst>
          </p:cNvPr>
          <p:cNvSpPr txBox="1">
            <a:spLocks/>
          </p:cNvSpPr>
          <p:nvPr/>
        </p:nvSpPr>
        <p:spPr>
          <a:xfrm>
            <a:off x="0" y="2954567"/>
            <a:ext cx="3408257" cy="1571026"/>
          </a:xfrm>
          <a:prstGeom prst="rect">
            <a:avLst/>
          </a:prstGeom>
          <a:solidFill>
            <a:srgbClr val="002060"/>
          </a:solidFill>
        </p:spPr>
        <p:txBody>
          <a:bodyPr anchor="ctr" anchorCtr="0"/>
          <a:lstStyle>
            <a:defPPr>
              <a:defRPr lang="en-US"/>
            </a:defPPr>
            <a:lvl1pPr fontAlgn="auto">
              <a:lnSpc>
                <a:spcPct val="90000"/>
              </a:lnSpc>
              <a:spcBef>
                <a:spcPts val="0"/>
              </a:spcBef>
              <a:spcAft>
                <a:spcPts val="0"/>
              </a:spcAft>
              <a:defRPr b="1">
                <a:solidFill>
                  <a:srgbClr val="00B0F0"/>
                </a:solidFill>
                <a:latin typeface="Aptos" panose="02110004020202020204"/>
                <a:ea typeface="Calibri" panose="020F0502020204030204" pitchFamily="34" charset="0"/>
                <a:cs typeface="Calibri" panose="020F0502020204030204" pitchFamily="34" charset="0"/>
              </a:defRPr>
            </a:lvl1pPr>
            <a:lvl2pPr marL="685800" indent="-228600" defTabSz="914400" eaLnBrk="1" latinLnBrk="0" hangingPunct="1">
              <a:lnSpc>
                <a:spcPct val="90000"/>
              </a:lnSpc>
              <a:spcBef>
                <a:spcPts val="500"/>
              </a:spcBef>
              <a:buFont typeface="Arial" panose="020B0604020202020204" pitchFamily="34" charset="0"/>
              <a:buChar char="•"/>
              <a:defRPr sz="2400">
                <a:latin typeface="Arial" panose="020B0604020202020204" pitchFamily="34" charset="0"/>
                <a:cs typeface="Arial" panose="020B0604020202020204" pitchFamily="34" charset="0"/>
              </a:defRPr>
            </a:lvl2pPr>
            <a:lvl3pPr marL="1143000" indent="-228600" defTabSz="914400" eaLnBrk="1" latinLnBrk="0" hangingPunct="1">
              <a:lnSpc>
                <a:spcPct val="90000"/>
              </a:lnSpc>
              <a:spcBef>
                <a:spcPts val="500"/>
              </a:spcBef>
              <a:buFont typeface="Arial" panose="020B0604020202020204" pitchFamily="34" charset="0"/>
              <a:buChar char="•"/>
              <a:defRPr sz="2000">
                <a:latin typeface="Arial" panose="020B0604020202020204" pitchFamily="34" charset="0"/>
                <a:cs typeface="Arial" panose="020B0604020202020204" pitchFamily="34" charset="0"/>
              </a:defRPr>
            </a:lvl3pPr>
            <a:lvl4pPr marL="1600200" indent="-228600" defTabSz="914400" eaLnBrk="1" latinLnBrk="0" hangingPunct="1">
              <a:lnSpc>
                <a:spcPct val="90000"/>
              </a:lnSpc>
              <a:spcBef>
                <a:spcPts val="500"/>
              </a:spcBef>
              <a:buFont typeface="Arial" panose="020B0604020202020204" pitchFamily="34" charset="0"/>
              <a:buChar char="•"/>
              <a:defRPr sz="1800">
                <a:latin typeface="Arial" panose="020B0604020202020204" pitchFamily="34" charset="0"/>
                <a:cs typeface="Arial" panose="020B0604020202020204" pitchFamily="34" charset="0"/>
              </a:defRPr>
            </a:lvl4pPr>
            <a:lvl5pPr marL="2057400" indent="-228600" defTabSz="914400" eaLnBrk="1" latinLnBrk="0" hangingPunct="1">
              <a:lnSpc>
                <a:spcPct val="90000"/>
              </a:lnSpc>
              <a:spcBef>
                <a:spcPts val="500"/>
              </a:spcBef>
              <a:buFont typeface="Arial" panose="020B0604020202020204" pitchFamily="34" charset="0"/>
              <a:buChar char="•"/>
              <a:defRPr sz="1800">
                <a:latin typeface="Arial" panose="020B0604020202020204" pitchFamily="34" charset="0"/>
                <a:cs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cs typeface="+mn-cs"/>
              </a:defRPr>
            </a:lvl6pPr>
            <a:lvl7pPr marL="2971800" indent="-228600">
              <a:lnSpc>
                <a:spcPct val="90000"/>
              </a:lnSpc>
              <a:spcBef>
                <a:spcPts val="500"/>
              </a:spcBef>
              <a:buFont typeface="Arial" panose="020B0604020202020204" pitchFamily="34" charset="0"/>
              <a:buChar char="•"/>
              <a:defRPr sz="1800">
                <a:latin typeface="+mn-lt"/>
                <a:cs typeface="+mn-cs"/>
              </a:defRPr>
            </a:lvl7pPr>
            <a:lvl8pPr marL="3429000" indent="-228600">
              <a:lnSpc>
                <a:spcPct val="90000"/>
              </a:lnSpc>
              <a:spcBef>
                <a:spcPts val="500"/>
              </a:spcBef>
              <a:buFont typeface="Arial" panose="020B0604020202020204" pitchFamily="34" charset="0"/>
              <a:buChar char="•"/>
              <a:defRPr sz="1800">
                <a:latin typeface="+mn-lt"/>
                <a:cs typeface="+mn-cs"/>
              </a:defRPr>
            </a:lvl8pPr>
            <a:lvl9pPr marL="3886200" indent="-228600">
              <a:lnSpc>
                <a:spcPct val="90000"/>
              </a:lnSpc>
              <a:spcBef>
                <a:spcPts val="500"/>
              </a:spcBef>
              <a:buFont typeface="Arial" panose="020B0604020202020204" pitchFamily="34" charset="0"/>
              <a:buChar char="•"/>
              <a:defRPr sz="1800">
                <a:latin typeface="+mn-lt"/>
                <a:cs typeface="+mn-cs"/>
              </a:defRPr>
            </a:lvl9pPr>
          </a:lstStyle>
          <a:p>
            <a:pPr marL="0" marR="0" lvl="0" indent="0" defTabSz="914400" rtl="0" eaLnBrk="1" fontAlgn="auto" latinLnBrk="0" hangingPunct="1">
              <a:lnSpc>
                <a:spcPct val="90000"/>
              </a:lnSpc>
              <a:spcBef>
                <a:spcPts val="0"/>
              </a:spcBef>
              <a:spcAft>
                <a:spcPts val="0"/>
              </a:spcAft>
              <a:buClrTx/>
              <a:buSzTx/>
              <a:buFontTx/>
              <a:buNone/>
              <a:tabLst/>
              <a:defRPr/>
            </a:pPr>
            <a:r>
              <a:rPr lang="en-US" sz="1050" kern="0" dirty="0">
                <a:solidFill>
                  <a:schemeClr val="bg1">
                    <a:lumMod val="95000"/>
                  </a:schemeClr>
                </a:solidFill>
              </a:rPr>
              <a:t>Build-the-Future:</a:t>
            </a:r>
          </a:p>
          <a:p>
            <a:pPr marL="0" marR="0" lvl="0" indent="0" defTabSz="914400" rtl="0" eaLnBrk="1" fontAlgn="auto" latinLnBrk="0" hangingPunct="1">
              <a:lnSpc>
                <a:spcPct val="90000"/>
              </a:lnSpc>
              <a:spcBef>
                <a:spcPts val="0"/>
              </a:spcBef>
              <a:spcAft>
                <a:spcPts val="0"/>
              </a:spcAft>
              <a:buClrTx/>
              <a:buSzTx/>
              <a:buFontTx/>
              <a:buNone/>
              <a:tabLst/>
              <a:defRPr/>
            </a:pPr>
            <a:r>
              <a:rPr lang="en-US" sz="1050" kern="0" dirty="0">
                <a:solidFill>
                  <a:schemeClr val="bg1">
                    <a:lumMod val="95000"/>
                  </a:schemeClr>
                </a:solidFill>
              </a:rPr>
              <a:t> </a:t>
            </a:r>
          </a:p>
          <a:p>
            <a:pPr marL="0" marR="0" lvl="0" indent="0" defTabSz="914400" rtl="0" eaLnBrk="1" fontAlgn="auto" latinLnBrk="0" hangingPunct="1">
              <a:lnSpc>
                <a:spcPct val="90000"/>
              </a:lnSpc>
              <a:spcBef>
                <a:spcPts val="0"/>
              </a:spcBef>
              <a:spcAft>
                <a:spcPts val="0"/>
              </a:spcAft>
              <a:buClrTx/>
              <a:buSzTx/>
              <a:buFontTx/>
              <a:buNone/>
              <a:tabLst/>
              <a:defRPr/>
            </a:pPr>
            <a:r>
              <a:rPr lang="en-US" sz="1050" kern="0" dirty="0">
                <a:solidFill>
                  <a:schemeClr val="bg1">
                    <a:lumMod val="85000"/>
                  </a:schemeClr>
                </a:solidFill>
              </a:rPr>
              <a:t>The Supply Chain Data Company</a:t>
            </a:r>
          </a:p>
        </p:txBody>
      </p:sp>
      <p:sp>
        <p:nvSpPr>
          <p:cNvPr id="23" name="Rectangle 22">
            <a:extLst>
              <a:ext uri="{FF2B5EF4-FFF2-40B4-BE49-F238E27FC236}">
                <a16:creationId xmlns:a16="http://schemas.microsoft.com/office/drawing/2014/main" id="{F3F6F803-3722-DF90-D2E6-604EB166B524}"/>
              </a:ext>
            </a:extLst>
          </p:cNvPr>
          <p:cNvSpPr/>
          <p:nvPr/>
        </p:nvSpPr>
        <p:spPr>
          <a:xfrm>
            <a:off x="0" y="0"/>
            <a:ext cx="3408257" cy="671331"/>
          </a:xfrm>
          <a:prstGeom prst="rect">
            <a:avLst/>
          </a:prstGeom>
          <a:solidFill>
            <a:schemeClr val="bg2">
              <a:lumMod val="10000"/>
            </a:schemeClr>
          </a:solidFill>
          <a:ln w="12700" cap="flat" cmpd="sng" algn="ctr">
            <a:noFill/>
            <a:prstDash val="solid"/>
            <a:miter lim="800000"/>
          </a:ln>
          <a:effectLst/>
        </p:spPr>
        <p:txBody>
          <a:bodyPr tIns="27432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chemeClr val="tx2">
                    <a:lumMod val="25000"/>
                    <a:lumOff val="75000"/>
                  </a:schemeClr>
                </a:solidFill>
                <a:effectLst/>
                <a:uLnTx/>
                <a:uFillTx/>
                <a:latin typeface="Aptos" panose="020B0004020202020204" pitchFamily="34" charset="0"/>
                <a:ea typeface="Calibri" panose="020F0502020204030204" pitchFamily="34" charset="0"/>
                <a:cs typeface="Calibri" panose="020F0502020204030204" pitchFamily="34" charset="0"/>
              </a:rPr>
              <a:t>Hyperchain Solution</a:t>
            </a:r>
          </a:p>
          <a:p>
            <a:pPr marL="0" marR="0" lvl="0" indent="0" algn="ctr" defTabSz="914400" rtl="0" eaLnBrk="1" fontAlgn="base" latinLnBrk="0" hangingPunct="1">
              <a:lnSpc>
                <a:spcPct val="100000"/>
              </a:lnSpc>
              <a:spcBef>
                <a:spcPct val="0"/>
              </a:spcBef>
              <a:spcAft>
                <a:spcPct val="0"/>
              </a:spcAft>
              <a:buClrTx/>
              <a:buSzTx/>
              <a:buFontTx/>
              <a:buNone/>
              <a:tabLst/>
              <a:defRPr/>
            </a:pPr>
            <a:endParaRPr lang="en-US" sz="1600" b="1" kern="0" dirty="0">
              <a:solidFill>
                <a:schemeClr val="tx2">
                  <a:lumMod val="25000"/>
                  <a:lumOff val="75000"/>
                </a:schemeClr>
              </a:solidFill>
              <a:latin typeface="Aptos" panose="020B0004020202020204" pitchFamily="34" charset="0"/>
              <a:ea typeface="Calibri" panose="020F0502020204030204" pitchFamily="34" charset="0"/>
              <a:cs typeface="Calibri" panose="020F0502020204030204" pitchFamily="34" charset="0"/>
            </a:endParaRPr>
          </a:p>
        </p:txBody>
      </p:sp>
      <p:sp>
        <p:nvSpPr>
          <p:cNvPr id="24" name="Rectangle 23">
            <a:extLst>
              <a:ext uri="{FF2B5EF4-FFF2-40B4-BE49-F238E27FC236}">
                <a16:creationId xmlns:a16="http://schemas.microsoft.com/office/drawing/2014/main" id="{4FCD7CB7-D32F-F944-ACBC-0AC53DF901C6}"/>
              </a:ext>
            </a:extLst>
          </p:cNvPr>
          <p:cNvSpPr/>
          <p:nvPr/>
        </p:nvSpPr>
        <p:spPr>
          <a:xfrm>
            <a:off x="3576573" y="104173"/>
            <a:ext cx="1169048" cy="530072"/>
          </a:xfrm>
          <a:prstGeom prst="rect">
            <a:avLst/>
          </a:prstGeom>
          <a:noFill/>
          <a:ln w="12700" cap="flat" cmpd="sng" algn="ctr">
            <a:noFill/>
            <a:prstDash val="solid"/>
            <a:miter lim="800000"/>
          </a:ln>
          <a:effectLst/>
        </p:spPr>
        <p:txBody>
          <a:bodyPr tIns="274320"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dirty="0">
                <a:ln>
                  <a:noFill/>
                </a:ln>
                <a:effectLst/>
                <a:uLnTx/>
                <a:uFillTx/>
                <a:latin typeface="Aptos" panose="020B0004020202020204" pitchFamily="34" charset="0"/>
                <a:ea typeface="Calibri" panose="020F0502020204030204" pitchFamily="34" charset="0"/>
                <a:cs typeface="Calibri" panose="020F0502020204030204" pitchFamily="34" charset="0"/>
              </a:rPr>
              <a:t>Page 2</a:t>
            </a:r>
          </a:p>
          <a:p>
            <a:pPr marL="0" marR="0" lvl="0" indent="0" algn="l" defTabSz="914400" rtl="0" eaLnBrk="1" fontAlgn="base" latinLnBrk="0" hangingPunct="1">
              <a:lnSpc>
                <a:spcPct val="100000"/>
              </a:lnSpc>
              <a:spcBef>
                <a:spcPct val="0"/>
              </a:spcBef>
              <a:spcAft>
                <a:spcPct val="0"/>
              </a:spcAft>
              <a:buClrTx/>
              <a:buSzTx/>
              <a:buFontTx/>
              <a:buNone/>
              <a:tabLst/>
              <a:defRPr/>
            </a:pPr>
            <a:endParaRPr lang="en-US" sz="1400" b="1" kern="0" dirty="0">
              <a:latin typeface="Aptos" panose="020B000402020202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56A0B813-B2BF-DDB9-2CAF-AB65D925AED3}"/>
              </a:ext>
            </a:extLst>
          </p:cNvPr>
          <p:cNvSpPr txBox="1"/>
          <p:nvPr/>
        </p:nvSpPr>
        <p:spPr>
          <a:xfrm>
            <a:off x="3576572" y="6441715"/>
            <a:ext cx="8413024" cy="259558"/>
          </a:xfrm>
          <a:prstGeom prst="rect">
            <a:avLst/>
          </a:prstGeom>
          <a:noFill/>
        </p:spPr>
        <p:txBody>
          <a:bodyPr wrap="square">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US" sz="1200" b="1" kern="0" dirty="0">
                <a:solidFill>
                  <a:srgbClr val="0070C0"/>
                </a:solidFill>
                <a:latin typeface="Aptos" panose="02110004020202020204"/>
              </a:rPr>
              <a:t>Based out of</a:t>
            </a:r>
            <a:r>
              <a:rPr kumimoji="0" lang="en-US" sz="1200" b="1" i="0" u="none" strike="noStrike" kern="0" cap="none" spc="0" normalizeH="0" baseline="0" noProof="0" dirty="0">
                <a:ln>
                  <a:noFill/>
                </a:ln>
                <a:solidFill>
                  <a:srgbClr val="0070C0"/>
                </a:solidFill>
                <a:effectLst/>
                <a:uLnTx/>
                <a:uFillTx/>
                <a:latin typeface="Aptos" panose="02110004020202020204"/>
                <a:ea typeface="+mn-ea"/>
                <a:cs typeface="+mn-cs"/>
              </a:rPr>
              <a:t> North Carolina, USA</a:t>
            </a:r>
            <a:endParaRPr kumimoji="0" lang="en-US" sz="1000" b="1" i="0" u="none" strike="noStrike" kern="0" cap="none" spc="0" normalizeH="0" baseline="0" noProof="0" dirty="0">
              <a:ln>
                <a:noFill/>
              </a:ln>
              <a:solidFill>
                <a:srgbClr val="002060"/>
              </a:solidFill>
              <a:effectLst/>
              <a:uLnTx/>
              <a:uFillTx/>
              <a:latin typeface="Aptos" panose="02110004020202020204"/>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26996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507FC-1CBF-4892-46ED-9AA0A3DF55AF}"/>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053CFE8A-CEDE-6CCC-1E5A-EBAC7C4FB211}"/>
              </a:ext>
            </a:extLst>
          </p:cNvPr>
          <p:cNvSpPr/>
          <p:nvPr/>
        </p:nvSpPr>
        <p:spPr>
          <a:xfrm>
            <a:off x="3408255" y="925569"/>
            <a:ext cx="8783744" cy="592244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1FD7E76-4FC9-949A-4BEB-F6F3DD48EE12}"/>
              </a:ext>
            </a:extLst>
          </p:cNvPr>
          <p:cNvSpPr txBox="1">
            <a:spLocks/>
          </p:cNvSpPr>
          <p:nvPr/>
        </p:nvSpPr>
        <p:spPr>
          <a:xfrm>
            <a:off x="5010628" y="82422"/>
            <a:ext cx="5220183" cy="396267"/>
          </a:xfrm>
          <a:prstGeom prst="rect">
            <a:avLst/>
          </a:prstGeom>
        </p:spPr>
        <p:txBody>
          <a:bodyPr anchor="ctr" anchorCtr="0"/>
          <a:lstStyle>
            <a:defPPr>
              <a:defRPr lang="en-US"/>
            </a:defPPr>
            <a:lvl1pPr fontAlgn="auto">
              <a:lnSpc>
                <a:spcPct val="90000"/>
              </a:lnSpc>
              <a:spcBef>
                <a:spcPts val="0"/>
              </a:spcBef>
              <a:spcAft>
                <a:spcPts val="0"/>
              </a:spcAft>
              <a:defRPr b="1">
                <a:solidFill>
                  <a:srgbClr val="00B0F0"/>
                </a:solidFill>
                <a:latin typeface="Aptos" panose="02110004020202020204"/>
                <a:ea typeface="Calibri" panose="020F0502020204030204" pitchFamily="34" charset="0"/>
                <a:cs typeface="Calibri" panose="020F0502020204030204" pitchFamily="34" charset="0"/>
              </a:defRPr>
            </a:lvl1pPr>
            <a:lvl2pPr marL="685800" indent="-228600" defTabSz="914400" eaLnBrk="1" latinLnBrk="0" hangingPunct="1">
              <a:lnSpc>
                <a:spcPct val="90000"/>
              </a:lnSpc>
              <a:spcBef>
                <a:spcPts val="500"/>
              </a:spcBef>
              <a:buFont typeface="Arial" panose="020B0604020202020204" pitchFamily="34" charset="0"/>
              <a:buChar char="•"/>
              <a:defRPr sz="2400">
                <a:latin typeface="Arial" panose="020B0604020202020204" pitchFamily="34" charset="0"/>
                <a:cs typeface="Arial" panose="020B0604020202020204" pitchFamily="34" charset="0"/>
              </a:defRPr>
            </a:lvl2pPr>
            <a:lvl3pPr marL="1143000" indent="-228600" defTabSz="914400" eaLnBrk="1" latinLnBrk="0" hangingPunct="1">
              <a:lnSpc>
                <a:spcPct val="90000"/>
              </a:lnSpc>
              <a:spcBef>
                <a:spcPts val="500"/>
              </a:spcBef>
              <a:buFont typeface="Arial" panose="020B0604020202020204" pitchFamily="34" charset="0"/>
              <a:buChar char="•"/>
              <a:defRPr sz="2000">
                <a:latin typeface="Arial" panose="020B0604020202020204" pitchFamily="34" charset="0"/>
                <a:cs typeface="Arial" panose="020B0604020202020204" pitchFamily="34" charset="0"/>
              </a:defRPr>
            </a:lvl3pPr>
            <a:lvl4pPr marL="1600200" indent="-228600" defTabSz="914400" eaLnBrk="1" latinLnBrk="0" hangingPunct="1">
              <a:lnSpc>
                <a:spcPct val="90000"/>
              </a:lnSpc>
              <a:spcBef>
                <a:spcPts val="500"/>
              </a:spcBef>
              <a:buFont typeface="Arial" panose="020B0604020202020204" pitchFamily="34" charset="0"/>
              <a:buChar char="•"/>
              <a:defRPr sz="1800">
                <a:latin typeface="Arial" panose="020B0604020202020204" pitchFamily="34" charset="0"/>
                <a:cs typeface="Arial" panose="020B0604020202020204" pitchFamily="34" charset="0"/>
              </a:defRPr>
            </a:lvl4pPr>
            <a:lvl5pPr marL="2057400" indent="-228600" defTabSz="914400" eaLnBrk="1" latinLnBrk="0" hangingPunct="1">
              <a:lnSpc>
                <a:spcPct val="90000"/>
              </a:lnSpc>
              <a:spcBef>
                <a:spcPts val="500"/>
              </a:spcBef>
              <a:buFont typeface="Arial" panose="020B0604020202020204" pitchFamily="34" charset="0"/>
              <a:buChar char="•"/>
              <a:defRPr sz="1800">
                <a:latin typeface="Arial" panose="020B0604020202020204" pitchFamily="34" charset="0"/>
                <a:cs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cs typeface="+mn-cs"/>
              </a:defRPr>
            </a:lvl6pPr>
            <a:lvl7pPr marL="2971800" indent="-228600">
              <a:lnSpc>
                <a:spcPct val="90000"/>
              </a:lnSpc>
              <a:spcBef>
                <a:spcPts val="500"/>
              </a:spcBef>
              <a:buFont typeface="Arial" panose="020B0604020202020204" pitchFamily="34" charset="0"/>
              <a:buChar char="•"/>
              <a:defRPr sz="1800">
                <a:latin typeface="+mn-lt"/>
                <a:cs typeface="+mn-cs"/>
              </a:defRPr>
            </a:lvl7pPr>
            <a:lvl8pPr marL="3429000" indent="-228600">
              <a:lnSpc>
                <a:spcPct val="90000"/>
              </a:lnSpc>
              <a:spcBef>
                <a:spcPts val="500"/>
              </a:spcBef>
              <a:buFont typeface="Arial" panose="020B0604020202020204" pitchFamily="34" charset="0"/>
              <a:buChar char="•"/>
              <a:defRPr sz="1800">
                <a:latin typeface="+mn-lt"/>
                <a:cs typeface="+mn-cs"/>
              </a:defRPr>
            </a:lvl8pPr>
            <a:lvl9pPr marL="3886200" indent="-228600">
              <a:lnSpc>
                <a:spcPct val="90000"/>
              </a:lnSpc>
              <a:spcBef>
                <a:spcPts val="500"/>
              </a:spcBef>
              <a:buFont typeface="Arial" panose="020B0604020202020204" pitchFamily="34" charset="0"/>
              <a:buChar char="•"/>
              <a:defRPr sz="1800">
                <a:latin typeface="+mn-lt"/>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00B0F0"/>
                </a:solidFill>
                <a:effectLst/>
                <a:uLnTx/>
                <a:uFillTx/>
                <a:latin typeface="Aptos" panose="02110004020202020204"/>
                <a:ea typeface="Calibri" panose="020F0502020204030204" pitchFamily="34" charset="0"/>
                <a:cs typeface="Calibri" panose="020F0502020204030204" pitchFamily="34" charset="0"/>
              </a:rPr>
              <a:t>Why Hyperchain</a:t>
            </a:r>
            <a:endParaRPr kumimoji="0" sz="1800" b="1" i="0" u="none" strike="noStrike" kern="0" cap="none" spc="0" normalizeH="0" baseline="0" noProof="0" dirty="0">
              <a:ln>
                <a:noFill/>
              </a:ln>
              <a:solidFill>
                <a:srgbClr val="00B0F0"/>
              </a:solidFill>
              <a:effectLst/>
              <a:uLnTx/>
              <a:uFillTx/>
              <a:latin typeface="Aptos" panose="02110004020202020204"/>
              <a:ea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6F108B5F-C7D4-586F-1CD8-FB7D76E323A1}"/>
              </a:ext>
            </a:extLst>
          </p:cNvPr>
          <p:cNvSpPr/>
          <p:nvPr/>
        </p:nvSpPr>
        <p:spPr>
          <a:xfrm>
            <a:off x="-5" y="925569"/>
            <a:ext cx="3408257" cy="671331"/>
          </a:xfrm>
          <a:prstGeom prst="rect">
            <a:avLst/>
          </a:prstGeom>
          <a:solidFill>
            <a:srgbClr val="00B0F0"/>
          </a:solidFill>
          <a:ln w="12700" cap="flat" cmpd="sng" algn="ctr">
            <a:noFill/>
            <a:prstDash val="solid"/>
            <a:miter lim="800000"/>
          </a:ln>
          <a:effectLst/>
        </p:spPr>
        <p:txBody>
          <a:bodyPr tIns="274320"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dirty="0">
                <a:ln>
                  <a:noFill/>
                </a:ln>
                <a:solidFill>
                  <a:schemeClr val="bg1"/>
                </a:solidFill>
                <a:effectLst/>
                <a:uLnTx/>
                <a:uFillTx/>
                <a:latin typeface="Aptos" panose="020B0004020202020204" pitchFamily="34" charset="0"/>
                <a:ea typeface="Calibri" panose="020F0502020204030204" pitchFamily="34" charset="0"/>
                <a:cs typeface="Calibri" panose="020F0502020204030204" pitchFamily="34" charset="0"/>
              </a:rPr>
              <a:t>What makes us different?</a:t>
            </a:r>
          </a:p>
          <a:p>
            <a:pPr marL="0" marR="0" lvl="0" indent="0" algn="l" defTabSz="914400" rtl="0" eaLnBrk="1" fontAlgn="base" latinLnBrk="0" hangingPunct="1">
              <a:lnSpc>
                <a:spcPct val="100000"/>
              </a:lnSpc>
              <a:spcBef>
                <a:spcPct val="0"/>
              </a:spcBef>
              <a:spcAft>
                <a:spcPct val="0"/>
              </a:spcAft>
              <a:buClrTx/>
              <a:buSzTx/>
              <a:buFontTx/>
              <a:buNone/>
              <a:tabLst/>
              <a:defRPr/>
            </a:pPr>
            <a:endParaRPr lang="en-US" sz="1400" b="1" kern="0" dirty="0">
              <a:solidFill>
                <a:schemeClr val="bg1"/>
              </a:solidFill>
              <a:latin typeface="Aptos" panose="020B0004020202020204" pitchFamily="34" charset="0"/>
              <a:ea typeface="Calibri" panose="020F0502020204030204" pitchFamily="34" charset="0"/>
              <a:cs typeface="Calibri" panose="020F0502020204030204" pitchFamily="34" charset="0"/>
            </a:endParaRPr>
          </a:p>
        </p:txBody>
      </p:sp>
      <p:pic>
        <p:nvPicPr>
          <p:cNvPr id="13" name="Picture 12">
            <a:extLst>
              <a:ext uri="{FF2B5EF4-FFF2-40B4-BE49-F238E27FC236}">
                <a16:creationId xmlns:a16="http://schemas.microsoft.com/office/drawing/2014/main" id="{71D5DF12-3309-BEA9-48DD-9893E6205657}"/>
              </a:ext>
            </a:extLst>
          </p:cNvPr>
          <p:cNvPicPr>
            <a:picLocks noChangeAspect="1"/>
          </p:cNvPicPr>
          <p:nvPr/>
        </p:nvPicPr>
        <p:blipFill>
          <a:blip r:embed="rId2"/>
          <a:stretch>
            <a:fillRect/>
          </a:stretch>
        </p:blipFill>
        <p:spPr>
          <a:xfrm>
            <a:off x="0" y="4608138"/>
            <a:ext cx="3408257" cy="2249862"/>
          </a:xfrm>
          <a:prstGeom prst="rect">
            <a:avLst/>
          </a:prstGeom>
        </p:spPr>
      </p:pic>
      <p:sp>
        <p:nvSpPr>
          <p:cNvPr id="6" name="Rectangle 5">
            <a:extLst>
              <a:ext uri="{FF2B5EF4-FFF2-40B4-BE49-F238E27FC236}">
                <a16:creationId xmlns:a16="http://schemas.microsoft.com/office/drawing/2014/main" id="{DEE47324-4258-6065-A5D6-B8AB5B46208D}"/>
              </a:ext>
            </a:extLst>
          </p:cNvPr>
          <p:cNvSpPr/>
          <p:nvPr/>
        </p:nvSpPr>
        <p:spPr>
          <a:xfrm>
            <a:off x="3755499" y="1596900"/>
            <a:ext cx="3154587" cy="1215748"/>
          </a:xfrm>
          <a:prstGeom prst="rect">
            <a:avLst/>
          </a:prstGeom>
          <a:solidFill>
            <a:schemeClr val="accent4">
              <a:lumMod val="20000"/>
              <a:lumOff val="80000"/>
            </a:schemeClr>
          </a:solidFill>
          <a:ln w="12700" cap="flat" cmpd="sng" algn="ctr">
            <a:noFill/>
            <a:prstDash val="solid"/>
            <a:miter lim="800000"/>
          </a:ln>
          <a:effectLst/>
        </p:spPr>
        <p:txBody>
          <a:bodyPr tIns="182880" rtlCol="0" anchor="t" anchorCtr="0"/>
          <a:lstStyle/>
          <a:p>
            <a:r>
              <a:rPr lang="en-US" sz="1200" b="1" dirty="0"/>
              <a:t>Contextual expertise:</a:t>
            </a:r>
          </a:p>
          <a:p>
            <a:endParaRPr lang="en-US" sz="1200" dirty="0"/>
          </a:p>
          <a:p>
            <a:r>
              <a:rPr lang="en-US" sz="1100" dirty="0"/>
              <a:t>Leverage deep process, operational and industry expertise with data ecosystem view and toolsets to identify the best path to value</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1"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a:p>
            <a:pPr lvl="0" fontAlgn="base">
              <a:spcBef>
                <a:spcPct val="0"/>
              </a:spcBef>
              <a:spcAft>
                <a:spcPct val="0"/>
              </a:spcAft>
              <a:defRPr/>
            </a:pPr>
            <a:endParaRPr kumimoji="0" lang="en-US" sz="1100" b="0"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8E9C9B09-33EA-3D12-196D-94A14FADA7EB}"/>
              </a:ext>
            </a:extLst>
          </p:cNvPr>
          <p:cNvSpPr/>
          <p:nvPr/>
        </p:nvSpPr>
        <p:spPr>
          <a:xfrm>
            <a:off x="8653519" y="1596900"/>
            <a:ext cx="3154587" cy="1215748"/>
          </a:xfrm>
          <a:prstGeom prst="rect">
            <a:avLst/>
          </a:prstGeom>
          <a:solidFill>
            <a:schemeClr val="accent4">
              <a:lumMod val="20000"/>
              <a:lumOff val="80000"/>
            </a:schemeClr>
          </a:solidFill>
          <a:ln w="12700" cap="flat" cmpd="sng" algn="ctr">
            <a:noFill/>
            <a:prstDash val="solid"/>
            <a:miter lim="800000"/>
          </a:ln>
          <a:effectLst/>
        </p:spPr>
        <p:txBody>
          <a:bodyPr tIns="182880" rtlCol="0" anchor="t" anchorCtr="0"/>
          <a:lstStyle/>
          <a:p>
            <a:r>
              <a:rPr lang="en-US" sz="1200" b="1" dirty="0"/>
              <a:t>Building processes with Human-centric experience:</a:t>
            </a:r>
          </a:p>
          <a:p>
            <a:endParaRPr lang="en-US" sz="1200" dirty="0"/>
          </a:p>
          <a:p>
            <a:r>
              <a:rPr lang="en-US" sz="1100" dirty="0"/>
              <a:t>Collect and apply insights from people across ecosystem to design and deliver the best customer, employee and partner experiences</a:t>
            </a:r>
            <a:endParaRPr kumimoji="0" lang="en-US" sz="1100" b="1"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a:p>
            <a:pPr lvl="0" fontAlgn="base">
              <a:spcBef>
                <a:spcPct val="0"/>
              </a:spcBef>
              <a:spcAft>
                <a:spcPct val="0"/>
              </a:spcAft>
              <a:defRPr/>
            </a:pPr>
            <a:endParaRPr kumimoji="0" lang="en-US" sz="1100" b="0"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p:txBody>
      </p:sp>
      <p:sp>
        <p:nvSpPr>
          <p:cNvPr id="5" name="Rectangle 4">
            <a:extLst>
              <a:ext uri="{FF2B5EF4-FFF2-40B4-BE49-F238E27FC236}">
                <a16:creationId xmlns:a16="http://schemas.microsoft.com/office/drawing/2014/main" id="{7DB42629-B223-6EBC-9278-B23509F21B68}"/>
              </a:ext>
            </a:extLst>
          </p:cNvPr>
          <p:cNvSpPr/>
          <p:nvPr/>
        </p:nvSpPr>
        <p:spPr>
          <a:xfrm>
            <a:off x="3755499" y="3664191"/>
            <a:ext cx="3154587" cy="1215748"/>
          </a:xfrm>
          <a:prstGeom prst="rect">
            <a:avLst/>
          </a:prstGeom>
          <a:solidFill>
            <a:schemeClr val="accent4">
              <a:lumMod val="20000"/>
              <a:lumOff val="80000"/>
            </a:schemeClr>
          </a:solidFill>
          <a:ln w="12700" cap="flat" cmpd="sng" algn="ctr">
            <a:noFill/>
            <a:prstDash val="solid"/>
            <a:miter lim="800000"/>
          </a:ln>
          <a:effectLst/>
        </p:spPr>
        <p:txBody>
          <a:bodyPr tIns="182880" rtlCol="0" anchor="t" anchorCtr="0"/>
          <a:lstStyle/>
          <a:p>
            <a:r>
              <a:rPr lang="en-US" sz="1200" b="1" dirty="0"/>
              <a:t>Integrated Technology &amp; Digital innovation:</a:t>
            </a:r>
          </a:p>
          <a:p>
            <a:endParaRPr lang="en-US" sz="1200" dirty="0"/>
          </a:p>
          <a:p>
            <a:r>
              <a:rPr lang="en-US" sz="1100" dirty="0"/>
              <a:t>Our work starts in helping you realize the actual ROI with increased user adoption and achieving scale only after the implementation partner builds your platform</a:t>
            </a:r>
            <a:endParaRPr kumimoji="0" lang="en-US" sz="1100" b="1"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a:p>
            <a:pPr lvl="0" fontAlgn="base">
              <a:spcBef>
                <a:spcPct val="0"/>
              </a:spcBef>
              <a:spcAft>
                <a:spcPct val="0"/>
              </a:spcAft>
              <a:defRPr/>
            </a:pPr>
            <a:endParaRPr kumimoji="0" lang="en-US" sz="1100" b="0"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D4E7DAC9-7D7B-1B66-F4D8-1E51CF04C7B5}"/>
              </a:ext>
            </a:extLst>
          </p:cNvPr>
          <p:cNvSpPr/>
          <p:nvPr/>
        </p:nvSpPr>
        <p:spPr>
          <a:xfrm>
            <a:off x="8653519" y="3614583"/>
            <a:ext cx="3154587" cy="1215748"/>
          </a:xfrm>
          <a:prstGeom prst="rect">
            <a:avLst/>
          </a:prstGeom>
          <a:solidFill>
            <a:schemeClr val="accent4">
              <a:lumMod val="20000"/>
              <a:lumOff val="80000"/>
            </a:schemeClr>
          </a:solidFill>
          <a:ln w="12700" cap="flat" cmpd="sng" algn="ctr">
            <a:noFill/>
            <a:prstDash val="solid"/>
            <a:miter lim="800000"/>
          </a:ln>
          <a:effectLst/>
        </p:spPr>
        <p:txBody>
          <a:bodyPr tIns="182880" rtlCol="0" anchor="t" anchorCtr="0"/>
          <a:lstStyle/>
          <a:p>
            <a:r>
              <a:rPr lang="en-US" sz="1200" b="1" dirty="0"/>
              <a:t>Predictive Analytics:</a:t>
            </a:r>
          </a:p>
          <a:p>
            <a:endParaRPr lang="en-US" sz="1200" dirty="0"/>
          </a:p>
          <a:p>
            <a:r>
              <a:rPr lang="en-US" sz="1100" dirty="0"/>
              <a:t>Leverage data to sense trends, observability, and proactively generate outcome-based insights that drive material impacts</a:t>
            </a:r>
            <a:endParaRPr kumimoji="0" lang="en-US" sz="1100" b="1"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a:p>
            <a:pPr lvl="0" fontAlgn="base">
              <a:spcBef>
                <a:spcPct val="0"/>
              </a:spcBef>
              <a:spcAft>
                <a:spcPct val="0"/>
              </a:spcAft>
              <a:defRPr/>
            </a:pPr>
            <a:endParaRPr kumimoji="0" lang="en-US" sz="1100" b="0"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62D1E07A-2B61-37BA-E620-1272E1017531}"/>
              </a:ext>
            </a:extLst>
          </p:cNvPr>
          <p:cNvSpPr/>
          <p:nvPr/>
        </p:nvSpPr>
        <p:spPr>
          <a:xfrm>
            <a:off x="4951791" y="937365"/>
            <a:ext cx="762001" cy="700472"/>
          </a:xfrm>
          <a:prstGeom prst="rect">
            <a:avLst/>
          </a:prstGeom>
          <a:noFill/>
          <a:ln w="12700" cap="flat" cmpd="sng" algn="ctr">
            <a:noFill/>
            <a:prstDash val="solid"/>
            <a:miter lim="800000"/>
          </a:ln>
          <a:effectLst/>
        </p:spPr>
        <p:txBody>
          <a:bodyPr tIns="27432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b="1" i="0" u="none" strike="noStrike" kern="0" cap="none" spc="0" normalizeH="0" baseline="0" noProof="0" dirty="0">
                <a:ln>
                  <a:noFill/>
                </a:ln>
                <a:solidFill>
                  <a:srgbClr val="00B0F0"/>
                </a:solidFill>
                <a:effectLst/>
                <a:uLnTx/>
                <a:uFillTx/>
                <a:latin typeface="Aptos" panose="020B0004020202020204" pitchFamily="34" charset="0"/>
                <a:ea typeface="Calibri" panose="020F0502020204030204" pitchFamily="34" charset="0"/>
                <a:cs typeface="Calibri" panose="020F0502020204030204" pitchFamily="34" charset="0"/>
              </a:rPr>
              <a:t>1</a:t>
            </a:r>
          </a:p>
          <a:p>
            <a:pPr marL="0" marR="0" lvl="0" indent="0" algn="ctr" defTabSz="914400" rtl="0" eaLnBrk="1" fontAlgn="base" latinLnBrk="0" hangingPunct="1">
              <a:lnSpc>
                <a:spcPct val="100000"/>
              </a:lnSpc>
              <a:spcBef>
                <a:spcPct val="0"/>
              </a:spcBef>
              <a:spcAft>
                <a:spcPct val="0"/>
              </a:spcAft>
              <a:buClrTx/>
              <a:buSzTx/>
              <a:buFontTx/>
              <a:buNone/>
              <a:tabLst/>
              <a:defRPr/>
            </a:pPr>
            <a:endParaRPr lang="en-US" b="1" kern="0" dirty="0">
              <a:solidFill>
                <a:srgbClr val="00B0F0"/>
              </a:solidFill>
              <a:latin typeface="Aptos" panose="020B0004020202020204" pitchFamily="34" charset="0"/>
              <a:ea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A7811242-EC2B-25DF-8F26-C82290D6B7EF}"/>
              </a:ext>
            </a:extLst>
          </p:cNvPr>
          <p:cNvSpPr/>
          <p:nvPr/>
        </p:nvSpPr>
        <p:spPr>
          <a:xfrm>
            <a:off x="9849811" y="962188"/>
            <a:ext cx="762001" cy="700472"/>
          </a:xfrm>
          <a:prstGeom prst="rect">
            <a:avLst/>
          </a:prstGeom>
          <a:noFill/>
          <a:ln w="12700" cap="flat" cmpd="sng" algn="ctr">
            <a:noFill/>
            <a:prstDash val="solid"/>
            <a:miter lim="800000"/>
          </a:ln>
          <a:effectLst/>
        </p:spPr>
        <p:txBody>
          <a:bodyPr tIns="27432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b="1" i="0" u="none" strike="noStrike" kern="0" cap="none" spc="0" normalizeH="0" baseline="0" noProof="0" dirty="0">
                <a:ln>
                  <a:noFill/>
                </a:ln>
                <a:solidFill>
                  <a:srgbClr val="00B0F0"/>
                </a:solidFill>
                <a:effectLst/>
                <a:uLnTx/>
                <a:uFillTx/>
                <a:latin typeface="Aptos" panose="020B0004020202020204" pitchFamily="34" charset="0"/>
                <a:ea typeface="Calibri" panose="020F0502020204030204" pitchFamily="34" charset="0"/>
                <a:cs typeface="Calibri" panose="020F0502020204030204" pitchFamily="34" charset="0"/>
              </a:rPr>
              <a:t>2</a:t>
            </a:r>
          </a:p>
          <a:p>
            <a:pPr marL="0" marR="0" lvl="0" indent="0" algn="ctr" defTabSz="914400" rtl="0" eaLnBrk="1" fontAlgn="base" latinLnBrk="0" hangingPunct="1">
              <a:lnSpc>
                <a:spcPct val="100000"/>
              </a:lnSpc>
              <a:spcBef>
                <a:spcPct val="0"/>
              </a:spcBef>
              <a:spcAft>
                <a:spcPct val="0"/>
              </a:spcAft>
              <a:buClrTx/>
              <a:buSzTx/>
              <a:buFontTx/>
              <a:buNone/>
              <a:tabLst/>
              <a:defRPr/>
            </a:pPr>
            <a:endParaRPr lang="en-US" b="1" kern="0" dirty="0">
              <a:solidFill>
                <a:srgbClr val="00B0F0"/>
              </a:solidFill>
              <a:latin typeface="Aptos" panose="020B0004020202020204" pitchFamily="34" charset="0"/>
              <a:ea typeface="Calibri" panose="020F0502020204030204" pitchFamily="34" charset="0"/>
              <a:cs typeface="Calibri" panose="020F0502020204030204" pitchFamily="34" charset="0"/>
            </a:endParaRPr>
          </a:p>
        </p:txBody>
      </p:sp>
      <p:sp>
        <p:nvSpPr>
          <p:cNvPr id="16" name="Rectangle 15">
            <a:extLst>
              <a:ext uri="{FF2B5EF4-FFF2-40B4-BE49-F238E27FC236}">
                <a16:creationId xmlns:a16="http://schemas.microsoft.com/office/drawing/2014/main" id="{2091FC97-28E1-8E78-2A85-747857F99DEE}"/>
              </a:ext>
            </a:extLst>
          </p:cNvPr>
          <p:cNvSpPr/>
          <p:nvPr/>
        </p:nvSpPr>
        <p:spPr>
          <a:xfrm>
            <a:off x="4951791" y="2963719"/>
            <a:ext cx="762001" cy="700472"/>
          </a:xfrm>
          <a:prstGeom prst="rect">
            <a:avLst/>
          </a:prstGeom>
          <a:noFill/>
          <a:ln w="12700" cap="flat" cmpd="sng" algn="ctr">
            <a:noFill/>
            <a:prstDash val="solid"/>
            <a:miter lim="800000"/>
          </a:ln>
          <a:effectLst/>
        </p:spPr>
        <p:txBody>
          <a:bodyPr tIns="27432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b="1" i="0" u="none" strike="noStrike" kern="0" cap="none" spc="0" normalizeH="0" baseline="0" noProof="0" dirty="0">
                <a:ln>
                  <a:noFill/>
                </a:ln>
                <a:solidFill>
                  <a:srgbClr val="00B0F0"/>
                </a:solidFill>
                <a:effectLst/>
                <a:uLnTx/>
                <a:uFillTx/>
                <a:latin typeface="Aptos" panose="020B0004020202020204" pitchFamily="34" charset="0"/>
                <a:ea typeface="Calibri" panose="020F0502020204030204" pitchFamily="34" charset="0"/>
                <a:cs typeface="Calibri" panose="020F0502020204030204" pitchFamily="34" charset="0"/>
              </a:rPr>
              <a:t>3</a:t>
            </a:r>
          </a:p>
          <a:p>
            <a:pPr marL="0" marR="0" lvl="0" indent="0" algn="ctr" defTabSz="914400" rtl="0" eaLnBrk="1" fontAlgn="base" latinLnBrk="0" hangingPunct="1">
              <a:lnSpc>
                <a:spcPct val="100000"/>
              </a:lnSpc>
              <a:spcBef>
                <a:spcPct val="0"/>
              </a:spcBef>
              <a:spcAft>
                <a:spcPct val="0"/>
              </a:spcAft>
              <a:buClrTx/>
              <a:buSzTx/>
              <a:buFontTx/>
              <a:buNone/>
              <a:tabLst/>
              <a:defRPr/>
            </a:pPr>
            <a:endParaRPr lang="en-US" b="1" kern="0" dirty="0">
              <a:solidFill>
                <a:srgbClr val="00B0F0"/>
              </a:solidFill>
              <a:latin typeface="Aptos" panose="020B0004020202020204" pitchFamily="34" charset="0"/>
              <a:ea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FE5CE25F-1E35-1454-081B-5EFBBBCE2D2C}"/>
              </a:ext>
            </a:extLst>
          </p:cNvPr>
          <p:cNvSpPr/>
          <p:nvPr/>
        </p:nvSpPr>
        <p:spPr>
          <a:xfrm>
            <a:off x="9849811" y="2968204"/>
            <a:ext cx="762001" cy="700472"/>
          </a:xfrm>
          <a:prstGeom prst="rect">
            <a:avLst/>
          </a:prstGeom>
          <a:noFill/>
          <a:ln w="12700" cap="flat" cmpd="sng" algn="ctr">
            <a:noFill/>
            <a:prstDash val="solid"/>
            <a:miter lim="800000"/>
          </a:ln>
          <a:effectLst/>
        </p:spPr>
        <p:txBody>
          <a:bodyPr tIns="27432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b="1" i="0" u="none" strike="noStrike" kern="0" cap="none" spc="0" normalizeH="0" baseline="0" noProof="0" dirty="0">
                <a:ln>
                  <a:noFill/>
                </a:ln>
                <a:solidFill>
                  <a:srgbClr val="00B0F0"/>
                </a:solidFill>
                <a:effectLst/>
                <a:uLnTx/>
                <a:uFillTx/>
                <a:latin typeface="Aptos" panose="020B0004020202020204" pitchFamily="34" charset="0"/>
                <a:ea typeface="Calibri" panose="020F0502020204030204" pitchFamily="34" charset="0"/>
                <a:cs typeface="Calibri" panose="020F0502020204030204" pitchFamily="34" charset="0"/>
              </a:rPr>
              <a:t>4</a:t>
            </a:r>
          </a:p>
          <a:p>
            <a:pPr marL="0" marR="0" lvl="0" indent="0" algn="ctr" defTabSz="914400" rtl="0" eaLnBrk="1" fontAlgn="base" latinLnBrk="0" hangingPunct="1">
              <a:lnSpc>
                <a:spcPct val="100000"/>
              </a:lnSpc>
              <a:spcBef>
                <a:spcPct val="0"/>
              </a:spcBef>
              <a:spcAft>
                <a:spcPct val="0"/>
              </a:spcAft>
              <a:buClrTx/>
              <a:buSzTx/>
              <a:buFontTx/>
              <a:buNone/>
              <a:tabLst/>
              <a:defRPr/>
            </a:pPr>
            <a:endParaRPr lang="en-US" b="1" kern="0" dirty="0">
              <a:solidFill>
                <a:srgbClr val="00B0F0"/>
              </a:solidFill>
              <a:latin typeface="Aptos" panose="020B0004020202020204" pitchFamily="34" charset="0"/>
              <a:ea typeface="Calibri" panose="020F0502020204030204" pitchFamily="34" charset="0"/>
              <a:cs typeface="Calibri" panose="020F0502020204030204" pitchFamily="34" charset="0"/>
            </a:endParaRPr>
          </a:p>
        </p:txBody>
      </p:sp>
      <p:sp>
        <p:nvSpPr>
          <p:cNvPr id="18" name="Title 1">
            <a:extLst>
              <a:ext uri="{FF2B5EF4-FFF2-40B4-BE49-F238E27FC236}">
                <a16:creationId xmlns:a16="http://schemas.microsoft.com/office/drawing/2014/main" id="{39AFB248-1E97-4E30-331E-017253AB9330}"/>
              </a:ext>
            </a:extLst>
          </p:cNvPr>
          <p:cNvSpPr txBox="1">
            <a:spLocks/>
          </p:cNvSpPr>
          <p:nvPr/>
        </p:nvSpPr>
        <p:spPr>
          <a:xfrm>
            <a:off x="-4" y="1888225"/>
            <a:ext cx="3408257" cy="2475436"/>
          </a:xfrm>
          <a:prstGeom prst="rect">
            <a:avLst/>
          </a:prstGeom>
          <a:solidFill>
            <a:srgbClr val="002060"/>
          </a:solidFill>
        </p:spPr>
        <p:txBody>
          <a:bodyPr anchor="ctr" anchorCtr="0"/>
          <a:lstStyle>
            <a:defPPr>
              <a:defRPr lang="en-US"/>
            </a:defPPr>
            <a:lvl1pPr fontAlgn="auto">
              <a:lnSpc>
                <a:spcPct val="90000"/>
              </a:lnSpc>
              <a:spcBef>
                <a:spcPts val="0"/>
              </a:spcBef>
              <a:spcAft>
                <a:spcPts val="0"/>
              </a:spcAft>
              <a:defRPr b="1">
                <a:solidFill>
                  <a:srgbClr val="00B0F0"/>
                </a:solidFill>
                <a:latin typeface="Aptos" panose="02110004020202020204"/>
                <a:ea typeface="Calibri" panose="020F0502020204030204" pitchFamily="34" charset="0"/>
                <a:cs typeface="Calibri" panose="020F0502020204030204" pitchFamily="34" charset="0"/>
              </a:defRPr>
            </a:lvl1pPr>
            <a:lvl2pPr marL="685800" indent="-228600" defTabSz="914400" eaLnBrk="1" latinLnBrk="0" hangingPunct="1">
              <a:lnSpc>
                <a:spcPct val="90000"/>
              </a:lnSpc>
              <a:spcBef>
                <a:spcPts val="500"/>
              </a:spcBef>
              <a:buFont typeface="Arial" panose="020B0604020202020204" pitchFamily="34" charset="0"/>
              <a:buChar char="•"/>
              <a:defRPr sz="2400">
                <a:latin typeface="Arial" panose="020B0604020202020204" pitchFamily="34" charset="0"/>
                <a:cs typeface="Arial" panose="020B0604020202020204" pitchFamily="34" charset="0"/>
              </a:defRPr>
            </a:lvl2pPr>
            <a:lvl3pPr marL="1143000" indent="-228600" defTabSz="914400" eaLnBrk="1" latinLnBrk="0" hangingPunct="1">
              <a:lnSpc>
                <a:spcPct val="90000"/>
              </a:lnSpc>
              <a:spcBef>
                <a:spcPts val="500"/>
              </a:spcBef>
              <a:buFont typeface="Arial" panose="020B0604020202020204" pitchFamily="34" charset="0"/>
              <a:buChar char="•"/>
              <a:defRPr sz="2000">
                <a:latin typeface="Arial" panose="020B0604020202020204" pitchFamily="34" charset="0"/>
                <a:cs typeface="Arial" panose="020B0604020202020204" pitchFamily="34" charset="0"/>
              </a:defRPr>
            </a:lvl3pPr>
            <a:lvl4pPr marL="1600200" indent="-228600" defTabSz="914400" eaLnBrk="1" latinLnBrk="0" hangingPunct="1">
              <a:lnSpc>
                <a:spcPct val="90000"/>
              </a:lnSpc>
              <a:spcBef>
                <a:spcPts val="500"/>
              </a:spcBef>
              <a:buFont typeface="Arial" panose="020B0604020202020204" pitchFamily="34" charset="0"/>
              <a:buChar char="•"/>
              <a:defRPr sz="1800">
                <a:latin typeface="Arial" panose="020B0604020202020204" pitchFamily="34" charset="0"/>
                <a:cs typeface="Arial" panose="020B0604020202020204" pitchFamily="34" charset="0"/>
              </a:defRPr>
            </a:lvl4pPr>
            <a:lvl5pPr marL="2057400" indent="-228600" defTabSz="914400" eaLnBrk="1" latinLnBrk="0" hangingPunct="1">
              <a:lnSpc>
                <a:spcPct val="90000"/>
              </a:lnSpc>
              <a:spcBef>
                <a:spcPts val="500"/>
              </a:spcBef>
              <a:buFont typeface="Arial" panose="020B0604020202020204" pitchFamily="34" charset="0"/>
              <a:buChar char="•"/>
              <a:defRPr sz="1800">
                <a:latin typeface="Arial" panose="020B0604020202020204" pitchFamily="34" charset="0"/>
                <a:cs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cs typeface="+mn-cs"/>
              </a:defRPr>
            </a:lvl6pPr>
            <a:lvl7pPr marL="2971800" indent="-228600">
              <a:lnSpc>
                <a:spcPct val="90000"/>
              </a:lnSpc>
              <a:spcBef>
                <a:spcPts val="500"/>
              </a:spcBef>
              <a:buFont typeface="Arial" panose="020B0604020202020204" pitchFamily="34" charset="0"/>
              <a:buChar char="•"/>
              <a:defRPr sz="1800">
                <a:latin typeface="+mn-lt"/>
                <a:cs typeface="+mn-cs"/>
              </a:defRPr>
            </a:lvl7pPr>
            <a:lvl8pPr marL="3429000" indent="-228600">
              <a:lnSpc>
                <a:spcPct val="90000"/>
              </a:lnSpc>
              <a:spcBef>
                <a:spcPts val="500"/>
              </a:spcBef>
              <a:buFont typeface="Arial" panose="020B0604020202020204" pitchFamily="34" charset="0"/>
              <a:buChar char="•"/>
              <a:defRPr sz="1800">
                <a:latin typeface="+mn-lt"/>
                <a:cs typeface="+mn-cs"/>
              </a:defRPr>
            </a:lvl8pPr>
            <a:lvl9pPr marL="3886200" indent="-228600">
              <a:lnSpc>
                <a:spcPct val="90000"/>
              </a:lnSpc>
              <a:spcBef>
                <a:spcPts val="500"/>
              </a:spcBef>
              <a:buFont typeface="Arial" panose="020B0604020202020204" pitchFamily="34" charset="0"/>
              <a:buChar char="•"/>
              <a:defRPr sz="1800">
                <a:latin typeface="+mn-lt"/>
                <a:cs typeface="+mn-cs"/>
              </a:defRPr>
            </a:lvl9pPr>
          </a:lstStyle>
          <a:p>
            <a:pPr marL="228600" marR="0" lvl="0" indent="-228600" defTabSz="914400" rtl="0" eaLnBrk="1" fontAlgn="auto" latinLnBrk="0" hangingPunct="1">
              <a:lnSpc>
                <a:spcPct val="90000"/>
              </a:lnSpc>
              <a:spcBef>
                <a:spcPts val="0"/>
              </a:spcBef>
              <a:spcAft>
                <a:spcPts val="0"/>
              </a:spcAft>
              <a:buClrTx/>
              <a:buSzTx/>
              <a:buFontTx/>
              <a:buAutoNum type="arabicPeriod"/>
              <a:tabLst/>
              <a:defRPr/>
            </a:pPr>
            <a:r>
              <a:rPr lang="en-US" sz="1050" kern="0" dirty="0">
                <a:solidFill>
                  <a:schemeClr val="bg1">
                    <a:lumMod val="95000"/>
                  </a:schemeClr>
                </a:solidFill>
              </a:rPr>
              <a:t>Industry-specific local supply chain expertise</a:t>
            </a:r>
          </a:p>
          <a:p>
            <a:pPr marL="228600" marR="0" lvl="0" indent="-228600" defTabSz="914400" rtl="0" eaLnBrk="1" fontAlgn="auto" latinLnBrk="0" hangingPunct="1">
              <a:lnSpc>
                <a:spcPct val="90000"/>
              </a:lnSpc>
              <a:spcBef>
                <a:spcPts val="0"/>
              </a:spcBef>
              <a:spcAft>
                <a:spcPts val="0"/>
              </a:spcAft>
              <a:buClrTx/>
              <a:buSzTx/>
              <a:buFontTx/>
              <a:buAutoNum type="arabicPeriod"/>
              <a:tabLst/>
              <a:defRPr/>
            </a:pPr>
            <a:endParaRPr lang="en-US" sz="1050" kern="0" dirty="0">
              <a:solidFill>
                <a:schemeClr val="bg1">
                  <a:lumMod val="95000"/>
                </a:schemeClr>
              </a:solidFill>
            </a:endParaRPr>
          </a:p>
          <a:p>
            <a:pPr marL="228600" marR="0" lvl="0" indent="-228600" defTabSz="914400" rtl="0" eaLnBrk="1" fontAlgn="auto" latinLnBrk="0" hangingPunct="1">
              <a:lnSpc>
                <a:spcPct val="90000"/>
              </a:lnSpc>
              <a:spcBef>
                <a:spcPts val="0"/>
              </a:spcBef>
              <a:spcAft>
                <a:spcPts val="0"/>
              </a:spcAft>
              <a:buClrTx/>
              <a:buSzTx/>
              <a:buFontTx/>
              <a:buAutoNum type="arabicPeriod"/>
              <a:tabLst/>
              <a:defRPr/>
            </a:pPr>
            <a:r>
              <a:rPr kumimoji="0" lang="en-US" sz="1050" b="1" i="0" u="none" strike="noStrike" kern="0" cap="none" spc="0" normalizeH="0" baseline="0" noProof="0" dirty="0">
                <a:ln>
                  <a:noFill/>
                </a:ln>
                <a:solidFill>
                  <a:schemeClr val="bg1">
                    <a:lumMod val="95000"/>
                  </a:schemeClr>
                </a:solidFill>
                <a:effectLst/>
                <a:uLnTx/>
                <a:uFillTx/>
                <a:latin typeface="Aptos" panose="02110004020202020204"/>
                <a:ea typeface="Calibri" panose="020F0502020204030204" pitchFamily="34" charset="0"/>
                <a:cs typeface="Calibri" panose="020F0502020204030204" pitchFamily="34" charset="0"/>
              </a:rPr>
              <a:t>Human-centric experience</a:t>
            </a:r>
          </a:p>
          <a:p>
            <a:pPr marL="228600" marR="0" lvl="0" indent="-228600" defTabSz="914400" rtl="0" eaLnBrk="1" fontAlgn="auto" latinLnBrk="0" hangingPunct="1">
              <a:lnSpc>
                <a:spcPct val="90000"/>
              </a:lnSpc>
              <a:spcBef>
                <a:spcPts val="0"/>
              </a:spcBef>
              <a:spcAft>
                <a:spcPts val="0"/>
              </a:spcAft>
              <a:buClrTx/>
              <a:buSzTx/>
              <a:buFontTx/>
              <a:buAutoNum type="arabicPeriod"/>
              <a:tabLst/>
              <a:defRPr/>
            </a:pPr>
            <a:endParaRPr lang="en-US" sz="1050" kern="0" dirty="0">
              <a:solidFill>
                <a:schemeClr val="bg1">
                  <a:lumMod val="95000"/>
                </a:schemeClr>
              </a:solidFill>
            </a:endParaRPr>
          </a:p>
          <a:p>
            <a:pPr marL="228600" marR="0" lvl="0" indent="-228600" defTabSz="914400" rtl="0" eaLnBrk="1" fontAlgn="auto" latinLnBrk="0" hangingPunct="1">
              <a:lnSpc>
                <a:spcPct val="90000"/>
              </a:lnSpc>
              <a:spcBef>
                <a:spcPts val="0"/>
              </a:spcBef>
              <a:spcAft>
                <a:spcPts val="0"/>
              </a:spcAft>
              <a:buClrTx/>
              <a:buSzTx/>
              <a:buFontTx/>
              <a:buAutoNum type="arabicPeriod"/>
              <a:tabLst/>
              <a:defRPr/>
            </a:pPr>
            <a:r>
              <a:rPr lang="en-US" sz="1050" kern="0" dirty="0">
                <a:solidFill>
                  <a:schemeClr val="bg1">
                    <a:lumMod val="95000"/>
                  </a:schemeClr>
                </a:solidFill>
              </a:rPr>
              <a:t>Integrated ecosystem view</a:t>
            </a:r>
          </a:p>
          <a:p>
            <a:pPr marL="228600" marR="0" lvl="0" indent="-228600" defTabSz="914400" rtl="0" eaLnBrk="1" fontAlgn="auto" latinLnBrk="0" hangingPunct="1">
              <a:lnSpc>
                <a:spcPct val="90000"/>
              </a:lnSpc>
              <a:spcBef>
                <a:spcPts val="0"/>
              </a:spcBef>
              <a:spcAft>
                <a:spcPts val="0"/>
              </a:spcAft>
              <a:buClrTx/>
              <a:buSzTx/>
              <a:buFontTx/>
              <a:buAutoNum type="arabicPeriod"/>
              <a:tabLst/>
              <a:defRPr/>
            </a:pPr>
            <a:endParaRPr kumimoji="0" lang="en-US" sz="1050" b="1" i="0" u="none" strike="noStrike" kern="0" cap="none" spc="0" normalizeH="0" baseline="0" noProof="0" dirty="0">
              <a:ln>
                <a:noFill/>
              </a:ln>
              <a:solidFill>
                <a:schemeClr val="bg1">
                  <a:lumMod val="95000"/>
                </a:schemeClr>
              </a:solidFill>
              <a:effectLst/>
              <a:uLnTx/>
              <a:uFillTx/>
              <a:latin typeface="Aptos" panose="02110004020202020204"/>
              <a:ea typeface="Calibri" panose="020F0502020204030204" pitchFamily="34" charset="0"/>
              <a:cs typeface="Calibri" panose="020F0502020204030204" pitchFamily="34" charset="0"/>
            </a:endParaRPr>
          </a:p>
          <a:p>
            <a:pPr marL="228600" marR="0" lvl="0" indent="-228600" defTabSz="914400" rtl="0" eaLnBrk="1" fontAlgn="auto" latinLnBrk="0" hangingPunct="1">
              <a:lnSpc>
                <a:spcPct val="90000"/>
              </a:lnSpc>
              <a:spcBef>
                <a:spcPts val="0"/>
              </a:spcBef>
              <a:spcAft>
                <a:spcPts val="0"/>
              </a:spcAft>
              <a:buClrTx/>
              <a:buSzTx/>
              <a:buFontTx/>
              <a:buAutoNum type="arabicPeriod"/>
              <a:tabLst/>
              <a:defRPr/>
            </a:pPr>
            <a:r>
              <a:rPr kumimoji="0" lang="en-US" sz="1050" b="1" i="0" u="none" strike="noStrike" kern="0" cap="none" spc="0" normalizeH="0" baseline="0" noProof="0" dirty="0">
                <a:ln>
                  <a:noFill/>
                </a:ln>
                <a:solidFill>
                  <a:schemeClr val="bg1">
                    <a:lumMod val="95000"/>
                  </a:schemeClr>
                </a:solidFill>
                <a:effectLst/>
                <a:uLnTx/>
                <a:uFillTx/>
                <a:latin typeface="Aptos" panose="02110004020202020204"/>
                <a:ea typeface="Calibri" panose="020F0502020204030204" pitchFamily="34" charset="0"/>
                <a:cs typeface="Calibri" panose="020F0502020204030204" pitchFamily="34" charset="0"/>
              </a:rPr>
              <a:t>Data, Tech </a:t>
            </a:r>
            <a:r>
              <a:rPr lang="en-US" sz="1050" kern="0" dirty="0">
                <a:solidFill>
                  <a:schemeClr val="bg1">
                    <a:lumMod val="95000"/>
                  </a:schemeClr>
                </a:solidFill>
              </a:rPr>
              <a:t>&amp; </a:t>
            </a:r>
            <a:r>
              <a:rPr kumimoji="0" lang="en-US" sz="1050" b="1" i="0" u="none" strike="noStrike" kern="0" cap="none" spc="0" normalizeH="0" baseline="0" noProof="0" dirty="0">
                <a:ln>
                  <a:noFill/>
                </a:ln>
                <a:solidFill>
                  <a:schemeClr val="bg1">
                    <a:lumMod val="95000"/>
                  </a:schemeClr>
                </a:solidFill>
                <a:effectLst/>
                <a:uLnTx/>
                <a:uFillTx/>
                <a:latin typeface="Aptos" panose="02110004020202020204"/>
                <a:ea typeface="Calibri" panose="020F0502020204030204" pitchFamily="34" charset="0"/>
                <a:cs typeface="Calibri" panose="020F0502020204030204" pitchFamily="34" charset="0"/>
              </a:rPr>
              <a:t>Analytics</a:t>
            </a:r>
          </a:p>
          <a:p>
            <a:pPr marL="228600" marR="0" lvl="0" indent="-228600" defTabSz="914400" rtl="0" eaLnBrk="1" fontAlgn="auto" latinLnBrk="0" hangingPunct="1">
              <a:lnSpc>
                <a:spcPct val="90000"/>
              </a:lnSpc>
              <a:spcBef>
                <a:spcPts val="0"/>
              </a:spcBef>
              <a:spcAft>
                <a:spcPts val="0"/>
              </a:spcAft>
              <a:buClrTx/>
              <a:buSzTx/>
              <a:buFontTx/>
              <a:buAutoNum type="arabicPeriod"/>
              <a:tabLst/>
              <a:defRPr/>
            </a:pPr>
            <a:endParaRPr lang="en-US" sz="1050" kern="0" dirty="0">
              <a:solidFill>
                <a:schemeClr val="bg1">
                  <a:lumMod val="95000"/>
                </a:schemeClr>
              </a:solidFill>
            </a:endParaRPr>
          </a:p>
          <a:p>
            <a:pPr marL="228600" marR="0" lvl="0" indent="-228600" defTabSz="914400" rtl="0" eaLnBrk="1" fontAlgn="auto" latinLnBrk="0" hangingPunct="1">
              <a:lnSpc>
                <a:spcPct val="90000"/>
              </a:lnSpc>
              <a:spcBef>
                <a:spcPts val="0"/>
              </a:spcBef>
              <a:spcAft>
                <a:spcPts val="0"/>
              </a:spcAft>
              <a:buClrTx/>
              <a:buSzTx/>
              <a:buFontTx/>
              <a:buAutoNum type="arabicPeriod"/>
              <a:tabLst/>
              <a:defRPr/>
            </a:pPr>
            <a:r>
              <a:rPr lang="en-US" sz="1050" kern="0" dirty="0">
                <a:solidFill>
                  <a:schemeClr val="bg1">
                    <a:lumMod val="95000"/>
                  </a:schemeClr>
                </a:solidFill>
              </a:rPr>
              <a:t>AI</a:t>
            </a:r>
          </a:p>
        </p:txBody>
      </p:sp>
      <p:sp>
        <p:nvSpPr>
          <p:cNvPr id="19" name="Rectangle 18">
            <a:extLst>
              <a:ext uri="{FF2B5EF4-FFF2-40B4-BE49-F238E27FC236}">
                <a16:creationId xmlns:a16="http://schemas.microsoft.com/office/drawing/2014/main" id="{220980C9-1387-9AFC-1A53-AD166CE59ED0}"/>
              </a:ext>
            </a:extLst>
          </p:cNvPr>
          <p:cNvSpPr/>
          <p:nvPr/>
        </p:nvSpPr>
        <p:spPr>
          <a:xfrm>
            <a:off x="6004846" y="5450164"/>
            <a:ext cx="3154587" cy="1215748"/>
          </a:xfrm>
          <a:prstGeom prst="rect">
            <a:avLst/>
          </a:prstGeom>
          <a:solidFill>
            <a:schemeClr val="accent4">
              <a:lumMod val="20000"/>
              <a:lumOff val="80000"/>
            </a:schemeClr>
          </a:solidFill>
          <a:ln w="12700" cap="flat" cmpd="sng" algn="ctr">
            <a:noFill/>
            <a:prstDash val="solid"/>
            <a:miter lim="800000"/>
          </a:ln>
          <a:effectLst/>
        </p:spPr>
        <p:txBody>
          <a:bodyPr tIns="182880" rtlCol="0" anchor="t" anchorCtr="0"/>
          <a:lstStyle/>
          <a:p>
            <a:r>
              <a:rPr lang="en-US" sz="1200" b="1" dirty="0"/>
              <a:t>AI:</a:t>
            </a:r>
          </a:p>
          <a:p>
            <a:endParaRPr lang="en-US" sz="1200" dirty="0"/>
          </a:p>
          <a:p>
            <a:r>
              <a:rPr lang="en-US" sz="1100" dirty="0"/>
              <a:t>Building quick-win RPA and workflow automation systems to identify and solve</a:t>
            </a:r>
            <a:r>
              <a:rPr lang="en-US" sz="1100" dirty="0">
                <a:solidFill>
                  <a:srgbClr val="0070C0"/>
                </a:solidFill>
              </a:rPr>
              <a:t> capacity bottlenecks in your supply chain</a:t>
            </a:r>
            <a:endParaRPr kumimoji="0" lang="en-US" sz="1100" b="1"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a:p>
            <a:pPr lvl="0" fontAlgn="base">
              <a:spcBef>
                <a:spcPct val="0"/>
              </a:spcBef>
              <a:spcAft>
                <a:spcPct val="0"/>
              </a:spcAft>
              <a:defRPr/>
            </a:pPr>
            <a:endParaRPr kumimoji="0" lang="en-US" sz="1100" b="0"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p:txBody>
      </p:sp>
      <p:sp>
        <p:nvSpPr>
          <p:cNvPr id="20" name="Rectangle 19">
            <a:extLst>
              <a:ext uri="{FF2B5EF4-FFF2-40B4-BE49-F238E27FC236}">
                <a16:creationId xmlns:a16="http://schemas.microsoft.com/office/drawing/2014/main" id="{72951EFA-EBD0-A2CB-A160-57D45DEB6B05}"/>
              </a:ext>
            </a:extLst>
          </p:cNvPr>
          <p:cNvSpPr/>
          <p:nvPr/>
        </p:nvSpPr>
        <p:spPr>
          <a:xfrm>
            <a:off x="7201138" y="4778259"/>
            <a:ext cx="762001" cy="700472"/>
          </a:xfrm>
          <a:prstGeom prst="rect">
            <a:avLst/>
          </a:prstGeom>
          <a:noFill/>
          <a:ln w="12700" cap="flat" cmpd="sng" algn="ctr">
            <a:noFill/>
            <a:prstDash val="solid"/>
            <a:miter lim="800000"/>
          </a:ln>
          <a:effectLst/>
        </p:spPr>
        <p:txBody>
          <a:bodyPr tIns="27432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b="1" i="0" u="none" strike="noStrike" kern="0" cap="none" spc="0" normalizeH="0" baseline="0" noProof="0" dirty="0">
                <a:ln>
                  <a:noFill/>
                </a:ln>
                <a:solidFill>
                  <a:srgbClr val="00B0F0"/>
                </a:solidFill>
                <a:effectLst/>
                <a:uLnTx/>
                <a:uFillTx/>
                <a:latin typeface="Aptos" panose="020B0004020202020204" pitchFamily="34" charset="0"/>
                <a:ea typeface="Calibri" panose="020F0502020204030204" pitchFamily="34" charset="0"/>
                <a:cs typeface="Calibri" panose="020F0502020204030204" pitchFamily="34" charset="0"/>
              </a:rPr>
              <a:t>5</a:t>
            </a:r>
          </a:p>
          <a:p>
            <a:pPr marL="0" marR="0" lvl="0" indent="0" algn="ctr" defTabSz="914400" rtl="0" eaLnBrk="1" fontAlgn="base" latinLnBrk="0" hangingPunct="1">
              <a:lnSpc>
                <a:spcPct val="100000"/>
              </a:lnSpc>
              <a:spcBef>
                <a:spcPct val="0"/>
              </a:spcBef>
              <a:spcAft>
                <a:spcPct val="0"/>
              </a:spcAft>
              <a:buClrTx/>
              <a:buSzTx/>
              <a:buFontTx/>
              <a:buNone/>
              <a:tabLst/>
              <a:defRPr/>
            </a:pPr>
            <a:endParaRPr lang="en-US" b="1" kern="0" dirty="0">
              <a:solidFill>
                <a:srgbClr val="00B0F0"/>
              </a:solidFill>
              <a:latin typeface="Aptos" panose="020B0004020202020204" pitchFamily="34" charset="0"/>
              <a:ea typeface="Calibri" panose="020F0502020204030204" pitchFamily="34" charset="0"/>
              <a:cs typeface="Calibri" panose="020F0502020204030204" pitchFamily="34" charset="0"/>
            </a:endParaRPr>
          </a:p>
        </p:txBody>
      </p:sp>
      <p:sp>
        <p:nvSpPr>
          <p:cNvPr id="21" name="Rectangle 20">
            <a:extLst>
              <a:ext uri="{FF2B5EF4-FFF2-40B4-BE49-F238E27FC236}">
                <a16:creationId xmlns:a16="http://schemas.microsoft.com/office/drawing/2014/main" id="{95A0E24A-6879-E9EC-2B88-493BCFA15021}"/>
              </a:ext>
            </a:extLst>
          </p:cNvPr>
          <p:cNvSpPr/>
          <p:nvPr/>
        </p:nvSpPr>
        <p:spPr>
          <a:xfrm>
            <a:off x="0" y="0"/>
            <a:ext cx="3408257" cy="671331"/>
          </a:xfrm>
          <a:prstGeom prst="rect">
            <a:avLst/>
          </a:prstGeom>
          <a:solidFill>
            <a:schemeClr val="bg2">
              <a:lumMod val="10000"/>
            </a:schemeClr>
          </a:solidFill>
          <a:ln w="12700" cap="flat" cmpd="sng" algn="ctr">
            <a:noFill/>
            <a:prstDash val="solid"/>
            <a:miter lim="800000"/>
          </a:ln>
          <a:effectLst/>
        </p:spPr>
        <p:txBody>
          <a:bodyPr tIns="27432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chemeClr val="tx2">
                    <a:lumMod val="25000"/>
                    <a:lumOff val="75000"/>
                  </a:schemeClr>
                </a:solidFill>
                <a:effectLst/>
                <a:uLnTx/>
                <a:uFillTx/>
                <a:latin typeface="Aptos" panose="020B0004020202020204" pitchFamily="34" charset="0"/>
                <a:ea typeface="Calibri" panose="020F0502020204030204" pitchFamily="34" charset="0"/>
                <a:cs typeface="Calibri" panose="020F0502020204030204" pitchFamily="34" charset="0"/>
              </a:rPr>
              <a:t>Hyperchain Solution</a:t>
            </a:r>
          </a:p>
          <a:p>
            <a:pPr marL="0" marR="0" lvl="0" indent="0" algn="ctr" defTabSz="914400" rtl="0" eaLnBrk="1" fontAlgn="base" latinLnBrk="0" hangingPunct="1">
              <a:lnSpc>
                <a:spcPct val="100000"/>
              </a:lnSpc>
              <a:spcBef>
                <a:spcPct val="0"/>
              </a:spcBef>
              <a:spcAft>
                <a:spcPct val="0"/>
              </a:spcAft>
              <a:buClrTx/>
              <a:buSzTx/>
              <a:buFontTx/>
              <a:buNone/>
              <a:tabLst/>
              <a:defRPr/>
            </a:pPr>
            <a:endParaRPr lang="en-US" sz="1600" b="1" kern="0" dirty="0">
              <a:solidFill>
                <a:schemeClr val="tx2">
                  <a:lumMod val="25000"/>
                  <a:lumOff val="75000"/>
                </a:schemeClr>
              </a:solidFill>
              <a:latin typeface="Aptos" panose="020B0004020202020204" pitchFamily="34" charset="0"/>
              <a:ea typeface="Calibri" panose="020F0502020204030204" pitchFamily="34" charset="0"/>
              <a:cs typeface="Calibri" panose="020F0502020204030204" pitchFamily="34" charset="0"/>
            </a:endParaRPr>
          </a:p>
        </p:txBody>
      </p:sp>
      <p:sp>
        <p:nvSpPr>
          <p:cNvPr id="22" name="Rectangle 21">
            <a:extLst>
              <a:ext uri="{FF2B5EF4-FFF2-40B4-BE49-F238E27FC236}">
                <a16:creationId xmlns:a16="http://schemas.microsoft.com/office/drawing/2014/main" id="{44AB040D-6A2C-E36C-2F94-36BF7A56E9E8}"/>
              </a:ext>
            </a:extLst>
          </p:cNvPr>
          <p:cNvSpPr/>
          <p:nvPr/>
        </p:nvSpPr>
        <p:spPr>
          <a:xfrm>
            <a:off x="3576573" y="104173"/>
            <a:ext cx="1169048" cy="530072"/>
          </a:xfrm>
          <a:prstGeom prst="rect">
            <a:avLst/>
          </a:prstGeom>
          <a:noFill/>
          <a:ln w="12700" cap="flat" cmpd="sng" algn="ctr">
            <a:noFill/>
            <a:prstDash val="solid"/>
            <a:miter lim="800000"/>
          </a:ln>
          <a:effectLst/>
        </p:spPr>
        <p:txBody>
          <a:bodyPr tIns="274320"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dirty="0">
                <a:ln>
                  <a:noFill/>
                </a:ln>
                <a:effectLst/>
                <a:uLnTx/>
                <a:uFillTx/>
                <a:latin typeface="Aptos" panose="020B0004020202020204" pitchFamily="34" charset="0"/>
                <a:ea typeface="Calibri" panose="020F0502020204030204" pitchFamily="34" charset="0"/>
                <a:cs typeface="Calibri" panose="020F0502020204030204" pitchFamily="34" charset="0"/>
              </a:rPr>
              <a:t>Page 3</a:t>
            </a:r>
          </a:p>
          <a:p>
            <a:pPr marL="0" marR="0" lvl="0" indent="0" algn="l" defTabSz="914400" rtl="0" eaLnBrk="1" fontAlgn="base" latinLnBrk="0" hangingPunct="1">
              <a:lnSpc>
                <a:spcPct val="100000"/>
              </a:lnSpc>
              <a:spcBef>
                <a:spcPct val="0"/>
              </a:spcBef>
              <a:spcAft>
                <a:spcPct val="0"/>
              </a:spcAft>
              <a:buClrTx/>
              <a:buSzTx/>
              <a:buFontTx/>
              <a:buNone/>
              <a:tabLst/>
              <a:defRPr/>
            </a:pPr>
            <a:endParaRPr lang="en-US" sz="1400" b="1" kern="0" dirty="0">
              <a:latin typeface="Aptos" panose="020B000402020202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70789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8DB27-C0AB-693D-C555-962B8CCC12EA}"/>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BFEEF02D-D9B5-950E-F9C6-CC40C55CC1FD}"/>
              </a:ext>
            </a:extLst>
          </p:cNvPr>
          <p:cNvSpPr/>
          <p:nvPr/>
        </p:nvSpPr>
        <p:spPr>
          <a:xfrm>
            <a:off x="3408255" y="925569"/>
            <a:ext cx="8783744" cy="592244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44EF7E9C-358C-ECF3-7736-42AD7618A966}"/>
              </a:ext>
            </a:extLst>
          </p:cNvPr>
          <p:cNvSpPr txBox="1">
            <a:spLocks/>
          </p:cNvSpPr>
          <p:nvPr/>
        </p:nvSpPr>
        <p:spPr>
          <a:xfrm>
            <a:off x="5091880" y="244826"/>
            <a:ext cx="4491958" cy="396267"/>
          </a:xfrm>
          <a:prstGeom prst="rect">
            <a:avLst/>
          </a:prstGeom>
        </p:spPr>
        <p:txBody>
          <a:bodyPr anchor="ctr" anchorCtr="0"/>
          <a:lstStyle>
            <a:defPPr>
              <a:defRPr lang="en-US"/>
            </a:defPPr>
            <a:lvl1pPr fontAlgn="auto">
              <a:lnSpc>
                <a:spcPct val="90000"/>
              </a:lnSpc>
              <a:spcBef>
                <a:spcPts val="0"/>
              </a:spcBef>
              <a:spcAft>
                <a:spcPts val="0"/>
              </a:spcAft>
              <a:defRPr b="1">
                <a:solidFill>
                  <a:srgbClr val="00B0F0"/>
                </a:solidFill>
                <a:latin typeface="Aptos" panose="02110004020202020204"/>
                <a:ea typeface="Calibri" panose="020F0502020204030204" pitchFamily="34" charset="0"/>
                <a:cs typeface="Calibri" panose="020F0502020204030204" pitchFamily="34" charset="0"/>
              </a:defRPr>
            </a:lvl1pPr>
            <a:lvl2pPr marL="685800" indent="-228600" defTabSz="914400" eaLnBrk="1" latinLnBrk="0" hangingPunct="1">
              <a:lnSpc>
                <a:spcPct val="90000"/>
              </a:lnSpc>
              <a:spcBef>
                <a:spcPts val="500"/>
              </a:spcBef>
              <a:buFont typeface="Arial" panose="020B0604020202020204" pitchFamily="34" charset="0"/>
              <a:buChar char="•"/>
              <a:defRPr sz="2400">
                <a:latin typeface="Arial" panose="020B0604020202020204" pitchFamily="34" charset="0"/>
                <a:cs typeface="Arial" panose="020B0604020202020204" pitchFamily="34" charset="0"/>
              </a:defRPr>
            </a:lvl2pPr>
            <a:lvl3pPr marL="1143000" indent="-228600" defTabSz="914400" eaLnBrk="1" latinLnBrk="0" hangingPunct="1">
              <a:lnSpc>
                <a:spcPct val="90000"/>
              </a:lnSpc>
              <a:spcBef>
                <a:spcPts val="500"/>
              </a:spcBef>
              <a:buFont typeface="Arial" panose="020B0604020202020204" pitchFamily="34" charset="0"/>
              <a:buChar char="•"/>
              <a:defRPr sz="2000">
                <a:latin typeface="Arial" panose="020B0604020202020204" pitchFamily="34" charset="0"/>
                <a:cs typeface="Arial" panose="020B0604020202020204" pitchFamily="34" charset="0"/>
              </a:defRPr>
            </a:lvl3pPr>
            <a:lvl4pPr marL="1600200" indent="-228600" defTabSz="914400" eaLnBrk="1" latinLnBrk="0" hangingPunct="1">
              <a:lnSpc>
                <a:spcPct val="90000"/>
              </a:lnSpc>
              <a:spcBef>
                <a:spcPts val="500"/>
              </a:spcBef>
              <a:buFont typeface="Arial" panose="020B0604020202020204" pitchFamily="34" charset="0"/>
              <a:buChar char="•"/>
              <a:defRPr sz="1800">
                <a:latin typeface="Arial" panose="020B0604020202020204" pitchFamily="34" charset="0"/>
                <a:cs typeface="Arial" panose="020B0604020202020204" pitchFamily="34" charset="0"/>
              </a:defRPr>
            </a:lvl4pPr>
            <a:lvl5pPr marL="2057400" indent="-228600" defTabSz="914400" eaLnBrk="1" latinLnBrk="0" hangingPunct="1">
              <a:lnSpc>
                <a:spcPct val="90000"/>
              </a:lnSpc>
              <a:spcBef>
                <a:spcPts val="500"/>
              </a:spcBef>
              <a:buFont typeface="Arial" panose="020B0604020202020204" pitchFamily="34" charset="0"/>
              <a:buChar char="•"/>
              <a:defRPr sz="1800">
                <a:latin typeface="Arial" panose="020B0604020202020204" pitchFamily="34" charset="0"/>
                <a:cs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cs typeface="+mn-cs"/>
              </a:defRPr>
            </a:lvl6pPr>
            <a:lvl7pPr marL="2971800" indent="-228600">
              <a:lnSpc>
                <a:spcPct val="90000"/>
              </a:lnSpc>
              <a:spcBef>
                <a:spcPts val="500"/>
              </a:spcBef>
              <a:buFont typeface="Arial" panose="020B0604020202020204" pitchFamily="34" charset="0"/>
              <a:buChar char="•"/>
              <a:defRPr sz="1800">
                <a:latin typeface="+mn-lt"/>
                <a:cs typeface="+mn-cs"/>
              </a:defRPr>
            </a:lvl7pPr>
            <a:lvl8pPr marL="3429000" indent="-228600">
              <a:lnSpc>
                <a:spcPct val="90000"/>
              </a:lnSpc>
              <a:spcBef>
                <a:spcPts val="500"/>
              </a:spcBef>
              <a:buFont typeface="Arial" panose="020B0604020202020204" pitchFamily="34" charset="0"/>
              <a:buChar char="•"/>
              <a:defRPr sz="1800">
                <a:latin typeface="+mn-lt"/>
                <a:cs typeface="+mn-cs"/>
              </a:defRPr>
            </a:lvl8pPr>
            <a:lvl9pPr marL="3886200" indent="-228600">
              <a:lnSpc>
                <a:spcPct val="90000"/>
              </a:lnSpc>
              <a:spcBef>
                <a:spcPts val="500"/>
              </a:spcBef>
              <a:buFont typeface="Arial" panose="020B0604020202020204" pitchFamily="34" charset="0"/>
              <a:buChar char="•"/>
              <a:defRPr sz="1800">
                <a:latin typeface="+mn-lt"/>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00B0F0"/>
                </a:solidFill>
                <a:effectLst/>
                <a:uLnTx/>
                <a:uFillTx/>
                <a:latin typeface="Aptos" panose="02110004020202020204"/>
                <a:ea typeface="Calibri" panose="020F0502020204030204" pitchFamily="34" charset="0"/>
                <a:cs typeface="Calibri" panose="020F0502020204030204" pitchFamily="34" charset="0"/>
              </a:rPr>
              <a:t>Contact</a:t>
            </a:r>
            <a:endParaRPr kumimoji="0" sz="1800" b="1" i="0" u="none" strike="noStrike" kern="0" cap="none" spc="0" normalizeH="0" baseline="0" noProof="0" dirty="0">
              <a:ln>
                <a:noFill/>
              </a:ln>
              <a:solidFill>
                <a:srgbClr val="00B0F0"/>
              </a:solidFill>
              <a:effectLst/>
              <a:uLnTx/>
              <a:uFillTx/>
              <a:latin typeface="Aptos" panose="02110004020202020204"/>
              <a:ea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810B3997-4B23-F12E-3A14-CCB6185EB2A7}"/>
              </a:ext>
            </a:extLst>
          </p:cNvPr>
          <p:cNvSpPr/>
          <p:nvPr/>
        </p:nvSpPr>
        <p:spPr>
          <a:xfrm>
            <a:off x="-5" y="925569"/>
            <a:ext cx="3408257" cy="671331"/>
          </a:xfrm>
          <a:prstGeom prst="rect">
            <a:avLst/>
          </a:prstGeom>
          <a:solidFill>
            <a:srgbClr val="00B0F0"/>
          </a:solidFill>
          <a:ln w="12700" cap="flat" cmpd="sng" algn="ctr">
            <a:noFill/>
            <a:prstDash val="solid"/>
            <a:miter lim="800000"/>
          </a:ln>
          <a:effectLst/>
        </p:spPr>
        <p:txBody>
          <a:bodyPr tIns="274320"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1400" b="1" kern="0" dirty="0">
                <a:solidFill>
                  <a:schemeClr val="bg1"/>
                </a:solidFill>
                <a:latin typeface="Aptos" panose="020B0004020202020204" pitchFamily="34" charset="0"/>
                <a:ea typeface="Calibri" panose="020F0502020204030204" pitchFamily="34" charset="0"/>
                <a:cs typeface="Calibri" panose="020F0502020204030204" pitchFamily="34" charset="0"/>
              </a:rPr>
              <a:t>Reach out to us : </a:t>
            </a:r>
            <a:endParaRPr kumimoji="0" lang="en-US" sz="1400" b="1" i="0" u="none" strike="noStrike" kern="0" cap="none" spc="0" normalizeH="0" baseline="0" noProof="0" dirty="0">
              <a:ln>
                <a:noFill/>
              </a:ln>
              <a:solidFill>
                <a:schemeClr val="bg1"/>
              </a:solidFill>
              <a:effectLst/>
              <a:uLnTx/>
              <a:uFillTx/>
              <a:latin typeface="Aptos" panose="020B0004020202020204" pitchFamily="34" charset="0"/>
              <a:ea typeface="Calibri" panose="020F0502020204030204" pitchFamily="34" charset="0"/>
              <a:cs typeface="Calibri" panose="020F050202020403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lang="en-US" sz="1400" b="1" kern="0" dirty="0">
              <a:solidFill>
                <a:schemeClr val="bg1"/>
              </a:solidFill>
              <a:latin typeface="Aptos" panose="020B0004020202020204" pitchFamily="34" charset="0"/>
              <a:ea typeface="Calibri" panose="020F0502020204030204" pitchFamily="34" charset="0"/>
              <a:cs typeface="Calibri" panose="020F0502020204030204" pitchFamily="34" charset="0"/>
            </a:endParaRPr>
          </a:p>
        </p:txBody>
      </p:sp>
      <p:pic>
        <p:nvPicPr>
          <p:cNvPr id="13" name="Picture 12">
            <a:extLst>
              <a:ext uri="{FF2B5EF4-FFF2-40B4-BE49-F238E27FC236}">
                <a16:creationId xmlns:a16="http://schemas.microsoft.com/office/drawing/2014/main" id="{6CBA737E-7072-58EC-F62B-B94781AC1F07}"/>
              </a:ext>
            </a:extLst>
          </p:cNvPr>
          <p:cNvPicPr>
            <a:picLocks noChangeAspect="1"/>
          </p:cNvPicPr>
          <p:nvPr/>
        </p:nvPicPr>
        <p:blipFill>
          <a:blip r:embed="rId2"/>
          <a:stretch>
            <a:fillRect/>
          </a:stretch>
        </p:blipFill>
        <p:spPr>
          <a:xfrm>
            <a:off x="0" y="4608138"/>
            <a:ext cx="3408257" cy="2249862"/>
          </a:xfrm>
          <a:prstGeom prst="rect">
            <a:avLst/>
          </a:prstGeom>
        </p:spPr>
      </p:pic>
      <p:sp>
        <p:nvSpPr>
          <p:cNvPr id="6" name="Rectangle 5">
            <a:extLst>
              <a:ext uri="{FF2B5EF4-FFF2-40B4-BE49-F238E27FC236}">
                <a16:creationId xmlns:a16="http://schemas.microsoft.com/office/drawing/2014/main" id="{AE321666-5064-B9EF-75B5-1C369CBEF6CC}"/>
              </a:ext>
            </a:extLst>
          </p:cNvPr>
          <p:cNvSpPr/>
          <p:nvPr/>
        </p:nvSpPr>
        <p:spPr>
          <a:xfrm>
            <a:off x="3728489" y="1029729"/>
            <a:ext cx="8143276" cy="1227323"/>
          </a:xfrm>
          <a:prstGeom prst="rect">
            <a:avLst/>
          </a:prstGeom>
          <a:solidFill>
            <a:schemeClr val="accent4">
              <a:lumMod val="20000"/>
              <a:lumOff val="80000"/>
            </a:schemeClr>
          </a:solidFill>
          <a:ln w="12700" cap="flat" cmpd="sng" algn="ctr">
            <a:noFill/>
            <a:prstDash val="solid"/>
            <a:miter lim="800000"/>
          </a:ln>
          <a:effectLst/>
        </p:spPr>
        <p:txBody>
          <a:bodyPr tIns="182880" rtlCol="0" anchor="t" anchorCtr="0"/>
          <a:lstStyle/>
          <a:p>
            <a:r>
              <a:rPr lang="en-US" sz="1200" b="1" dirty="0"/>
              <a:t>Book a Discovery Call:</a:t>
            </a:r>
          </a:p>
          <a:p>
            <a:endParaRPr lang="en-US" sz="1200" dirty="0"/>
          </a:p>
          <a:p>
            <a:r>
              <a:rPr lang="en-US" sz="1200" dirty="0"/>
              <a:t>We would be pleased to start a conversation about how Hyperchain Solution can help solve the challenges your company is facing. Please fill out the following information, and we will be in touch to set up a discovery call:</a:t>
            </a:r>
            <a:endParaRPr kumimoji="0" lang="en-US" sz="1200" b="1"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a:p>
            <a:pPr lvl="0" fontAlgn="base">
              <a:spcBef>
                <a:spcPct val="0"/>
              </a:spcBef>
              <a:spcAft>
                <a:spcPct val="0"/>
              </a:spcAft>
              <a:defRPr/>
            </a:pPr>
            <a:endParaRPr kumimoji="0" lang="en-US" sz="1100" b="0"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p:txBody>
      </p:sp>
      <p:sp>
        <p:nvSpPr>
          <p:cNvPr id="19" name="Rectangle 18">
            <a:extLst>
              <a:ext uri="{FF2B5EF4-FFF2-40B4-BE49-F238E27FC236}">
                <a16:creationId xmlns:a16="http://schemas.microsoft.com/office/drawing/2014/main" id="{2B177823-958B-B738-6EE5-913DDA8C301F}"/>
              </a:ext>
            </a:extLst>
          </p:cNvPr>
          <p:cNvSpPr/>
          <p:nvPr/>
        </p:nvSpPr>
        <p:spPr>
          <a:xfrm>
            <a:off x="3728490" y="2257053"/>
            <a:ext cx="8143276" cy="2685326"/>
          </a:xfrm>
          <a:prstGeom prst="rect">
            <a:avLst/>
          </a:prstGeom>
          <a:solidFill>
            <a:schemeClr val="accent4">
              <a:lumMod val="20000"/>
              <a:lumOff val="80000"/>
            </a:schemeClr>
          </a:solidFill>
          <a:ln w="12700" cap="flat" cmpd="sng" algn="ctr">
            <a:noFill/>
            <a:prstDash val="solid"/>
            <a:miter lim="800000"/>
          </a:ln>
          <a:effectLst/>
        </p:spPr>
        <p:txBody>
          <a:bodyPr tIns="182880" rtlCol="0" anchor="t" anchorCtr="0"/>
          <a:lstStyle/>
          <a:p>
            <a:r>
              <a:rPr lang="en-US" sz="1200" b="1" dirty="0"/>
              <a:t>First Name:</a:t>
            </a:r>
          </a:p>
          <a:p>
            <a:endParaRPr lang="en-US" sz="1200" b="1" dirty="0"/>
          </a:p>
          <a:p>
            <a:r>
              <a:rPr lang="en-US" sz="1200" b="1" dirty="0"/>
              <a:t>Last Name:</a:t>
            </a:r>
          </a:p>
          <a:p>
            <a:endParaRPr lang="en-US" sz="1200" b="1" dirty="0"/>
          </a:p>
          <a:p>
            <a:r>
              <a:rPr lang="en-US" sz="1200" b="1" dirty="0"/>
              <a:t>Company Name:</a:t>
            </a:r>
          </a:p>
          <a:p>
            <a:endParaRPr lang="en-US" sz="1200" b="1" dirty="0"/>
          </a:p>
          <a:p>
            <a:r>
              <a:rPr lang="en-US" sz="1200" b="1" dirty="0"/>
              <a:t>Email:</a:t>
            </a:r>
          </a:p>
          <a:p>
            <a:pPr lvl="0" fontAlgn="base">
              <a:spcBef>
                <a:spcPct val="0"/>
              </a:spcBef>
              <a:spcAft>
                <a:spcPct val="0"/>
              </a:spcAft>
              <a:defRPr/>
            </a:pPr>
            <a:endParaRPr kumimoji="0" lang="en-US" sz="1100" b="0"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endParaRPr>
          </a:p>
          <a:p>
            <a:pPr lvl="0" fontAlgn="base">
              <a:spcBef>
                <a:spcPct val="0"/>
              </a:spcBef>
              <a:spcAft>
                <a:spcPct val="0"/>
              </a:spcAft>
              <a:defRPr/>
            </a:pPr>
            <a:r>
              <a:rPr kumimoji="0" lang="en-US" sz="1100" b="1"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rPr>
              <a:t>Mobile Phone Number:</a:t>
            </a:r>
          </a:p>
          <a:p>
            <a:pPr lvl="0" fontAlgn="base">
              <a:spcBef>
                <a:spcPct val="0"/>
              </a:spcBef>
              <a:spcAft>
                <a:spcPct val="0"/>
              </a:spcAft>
              <a:defRPr/>
            </a:pPr>
            <a:endParaRPr lang="en-US" sz="1100" kern="0" dirty="0">
              <a:solidFill>
                <a:prstClr val="black"/>
              </a:solidFill>
              <a:latin typeface="Aptos" panose="020B0004020202020204" pitchFamily="34" charset="0"/>
              <a:ea typeface="Calibri" panose="020F0502020204030204" pitchFamily="34" charset="0"/>
              <a:cs typeface="Calibri" panose="020F0502020204030204" pitchFamily="34" charset="0"/>
            </a:endParaRPr>
          </a:p>
          <a:p>
            <a:pPr lvl="0" fontAlgn="base">
              <a:spcBef>
                <a:spcPct val="0"/>
              </a:spcBef>
              <a:spcAft>
                <a:spcPct val="0"/>
              </a:spcAft>
              <a:defRPr/>
            </a:pPr>
            <a:r>
              <a:rPr lang="en-US" sz="1100" b="1" kern="0" dirty="0">
                <a:solidFill>
                  <a:prstClr val="black"/>
                </a:solidFill>
                <a:latin typeface="Aptos" panose="020B0004020202020204" pitchFamily="34" charset="0"/>
                <a:ea typeface="Calibri" panose="020F0502020204030204" pitchFamily="34" charset="0"/>
                <a:cs typeface="Calibri" panose="020F0502020204030204" pitchFamily="34" charset="0"/>
              </a:rPr>
              <a:t>Subject of Interest:</a:t>
            </a:r>
          </a:p>
          <a:p>
            <a:pPr lvl="0" fontAlgn="base">
              <a:spcBef>
                <a:spcPct val="0"/>
              </a:spcBef>
              <a:spcAft>
                <a:spcPct val="0"/>
              </a:spcAft>
              <a:defRPr/>
            </a:pPr>
            <a:r>
              <a:rPr kumimoji="0" lang="en-US" sz="1100" b="0"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rPr>
              <a:t>(let us know what you’d </a:t>
            </a:r>
          </a:p>
          <a:p>
            <a:pPr lvl="0" fontAlgn="base">
              <a:spcBef>
                <a:spcPct val="0"/>
              </a:spcBef>
              <a:spcAft>
                <a:spcPct val="0"/>
              </a:spcAft>
              <a:defRPr/>
            </a:pPr>
            <a:r>
              <a:rPr kumimoji="0" lang="en-US" sz="1100" b="0" i="0" u="none" strike="noStrike" kern="0" cap="none" spc="0" normalizeH="0" baseline="0" noProof="0" dirty="0">
                <a:ln>
                  <a:noFill/>
                </a:ln>
                <a:solidFill>
                  <a:prstClr val="black"/>
                </a:solidFill>
                <a:effectLst/>
                <a:uLnTx/>
                <a:uFillTx/>
                <a:latin typeface="Aptos" panose="020B0004020202020204" pitchFamily="34" charset="0"/>
                <a:ea typeface="Calibri" panose="020F0502020204030204" pitchFamily="34" charset="0"/>
                <a:cs typeface="Calibri" panose="020F0502020204030204" pitchFamily="34" charset="0"/>
              </a:rPr>
              <a:t>like to discuss)</a:t>
            </a:r>
          </a:p>
        </p:txBody>
      </p:sp>
      <p:sp>
        <p:nvSpPr>
          <p:cNvPr id="21" name="Rectangle 20">
            <a:extLst>
              <a:ext uri="{FF2B5EF4-FFF2-40B4-BE49-F238E27FC236}">
                <a16:creationId xmlns:a16="http://schemas.microsoft.com/office/drawing/2014/main" id="{7A7A2935-8D02-F95A-28E1-A5154F3513B2}"/>
              </a:ext>
            </a:extLst>
          </p:cNvPr>
          <p:cNvSpPr/>
          <p:nvPr/>
        </p:nvSpPr>
        <p:spPr>
          <a:xfrm>
            <a:off x="0" y="0"/>
            <a:ext cx="3408257" cy="671331"/>
          </a:xfrm>
          <a:prstGeom prst="rect">
            <a:avLst/>
          </a:prstGeom>
          <a:solidFill>
            <a:schemeClr val="bg2">
              <a:lumMod val="10000"/>
            </a:schemeClr>
          </a:solidFill>
          <a:ln w="12700" cap="flat" cmpd="sng" algn="ctr">
            <a:noFill/>
            <a:prstDash val="solid"/>
            <a:miter lim="800000"/>
          </a:ln>
          <a:effectLst/>
        </p:spPr>
        <p:txBody>
          <a:bodyPr tIns="27432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chemeClr val="tx2">
                    <a:lumMod val="25000"/>
                    <a:lumOff val="75000"/>
                  </a:schemeClr>
                </a:solidFill>
                <a:effectLst/>
                <a:uLnTx/>
                <a:uFillTx/>
                <a:latin typeface="Aptos" panose="020B0004020202020204" pitchFamily="34" charset="0"/>
                <a:ea typeface="Calibri" panose="020F0502020204030204" pitchFamily="34" charset="0"/>
                <a:cs typeface="Calibri" panose="020F0502020204030204" pitchFamily="34" charset="0"/>
              </a:rPr>
              <a:t>Hyperchain Solution</a:t>
            </a:r>
          </a:p>
          <a:p>
            <a:pPr marL="0" marR="0" lvl="0" indent="0" algn="ctr" defTabSz="914400" rtl="0" eaLnBrk="1" fontAlgn="base" latinLnBrk="0" hangingPunct="1">
              <a:lnSpc>
                <a:spcPct val="100000"/>
              </a:lnSpc>
              <a:spcBef>
                <a:spcPct val="0"/>
              </a:spcBef>
              <a:spcAft>
                <a:spcPct val="0"/>
              </a:spcAft>
              <a:buClrTx/>
              <a:buSzTx/>
              <a:buFontTx/>
              <a:buNone/>
              <a:tabLst/>
              <a:defRPr/>
            </a:pPr>
            <a:endParaRPr lang="en-US" sz="1600" b="1" kern="0" dirty="0">
              <a:solidFill>
                <a:schemeClr val="tx2">
                  <a:lumMod val="25000"/>
                  <a:lumOff val="75000"/>
                </a:schemeClr>
              </a:solidFill>
              <a:latin typeface="Aptos" panose="020B0004020202020204" pitchFamily="34" charset="0"/>
              <a:ea typeface="Calibri" panose="020F0502020204030204" pitchFamily="34" charset="0"/>
              <a:cs typeface="Calibri" panose="020F0502020204030204" pitchFamily="34" charset="0"/>
            </a:endParaRPr>
          </a:p>
        </p:txBody>
      </p:sp>
      <p:sp>
        <p:nvSpPr>
          <p:cNvPr id="3" name="Rectangle: Rounded Corners 2">
            <a:extLst>
              <a:ext uri="{FF2B5EF4-FFF2-40B4-BE49-F238E27FC236}">
                <a16:creationId xmlns:a16="http://schemas.microsoft.com/office/drawing/2014/main" id="{33DCE863-BEB2-D857-52AD-F4F3E684DD78}"/>
              </a:ext>
            </a:extLst>
          </p:cNvPr>
          <p:cNvSpPr/>
          <p:nvPr/>
        </p:nvSpPr>
        <p:spPr>
          <a:xfrm>
            <a:off x="5485419" y="2431863"/>
            <a:ext cx="3241892" cy="227411"/>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4249A7E4-5635-582B-50B2-3CD6A5D23BC8}"/>
              </a:ext>
            </a:extLst>
          </p:cNvPr>
          <p:cNvSpPr/>
          <p:nvPr/>
        </p:nvSpPr>
        <p:spPr>
          <a:xfrm>
            <a:off x="5485419" y="2781600"/>
            <a:ext cx="3241892" cy="227411"/>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1925A296-9685-4202-B971-3CD87914CFD7}"/>
              </a:ext>
            </a:extLst>
          </p:cNvPr>
          <p:cNvSpPr/>
          <p:nvPr/>
        </p:nvSpPr>
        <p:spPr>
          <a:xfrm>
            <a:off x="5485419" y="3142912"/>
            <a:ext cx="3241892" cy="227411"/>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E93C2841-400C-19EA-68A3-FF9D8AFC9417}"/>
              </a:ext>
            </a:extLst>
          </p:cNvPr>
          <p:cNvSpPr/>
          <p:nvPr/>
        </p:nvSpPr>
        <p:spPr>
          <a:xfrm>
            <a:off x="5485419" y="3488052"/>
            <a:ext cx="3241892" cy="227411"/>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54DC7F2A-AB00-EBD9-3FED-C86C4C7EA696}"/>
              </a:ext>
            </a:extLst>
          </p:cNvPr>
          <p:cNvSpPr/>
          <p:nvPr/>
        </p:nvSpPr>
        <p:spPr>
          <a:xfrm>
            <a:off x="5485419" y="3831214"/>
            <a:ext cx="3241892" cy="227411"/>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5602837A-E769-E103-F1AD-2D42F0347753}"/>
              </a:ext>
            </a:extLst>
          </p:cNvPr>
          <p:cNvSpPr/>
          <p:nvPr/>
        </p:nvSpPr>
        <p:spPr>
          <a:xfrm>
            <a:off x="5485419" y="4217820"/>
            <a:ext cx="3241892" cy="227411"/>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3B6CFACE-4661-23EB-3D7E-88208A90D022}"/>
              </a:ext>
            </a:extLst>
          </p:cNvPr>
          <p:cNvSpPr/>
          <p:nvPr/>
        </p:nvSpPr>
        <p:spPr>
          <a:xfrm>
            <a:off x="5091880" y="4900316"/>
            <a:ext cx="4758176" cy="514177"/>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I agree to receive communications from Hyperchain Solution</a:t>
            </a:r>
          </a:p>
        </p:txBody>
      </p:sp>
      <p:sp>
        <p:nvSpPr>
          <p:cNvPr id="25" name="Rectangle: Rounded Corners 24">
            <a:extLst>
              <a:ext uri="{FF2B5EF4-FFF2-40B4-BE49-F238E27FC236}">
                <a16:creationId xmlns:a16="http://schemas.microsoft.com/office/drawing/2014/main" id="{25FCE9D8-E15D-3EB4-5860-54034EC1EC54}"/>
              </a:ext>
            </a:extLst>
          </p:cNvPr>
          <p:cNvSpPr/>
          <p:nvPr/>
        </p:nvSpPr>
        <p:spPr>
          <a:xfrm>
            <a:off x="5161328" y="5073298"/>
            <a:ext cx="162045" cy="18159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27" name="TextBox 26">
            <a:extLst>
              <a:ext uri="{FF2B5EF4-FFF2-40B4-BE49-F238E27FC236}">
                <a16:creationId xmlns:a16="http://schemas.microsoft.com/office/drawing/2014/main" id="{6D9C53E5-3593-10C7-319D-DBCA00EC86A2}"/>
              </a:ext>
            </a:extLst>
          </p:cNvPr>
          <p:cNvSpPr txBox="1"/>
          <p:nvPr/>
        </p:nvSpPr>
        <p:spPr>
          <a:xfrm>
            <a:off x="3576573" y="5901750"/>
            <a:ext cx="8434087" cy="1026178"/>
          </a:xfrm>
          <a:prstGeom prst="rect">
            <a:avLst/>
          </a:prstGeom>
          <a:noFill/>
        </p:spPr>
        <p:txBody>
          <a:bodyPr wrap="square">
            <a:spAutoFit/>
          </a:bodyPr>
          <a:lstStyle/>
          <a:p>
            <a:pPr algn="l">
              <a:lnSpc>
                <a:spcPts val="1800"/>
              </a:lnSpc>
              <a:spcAft>
                <a:spcPts val="225"/>
              </a:spcAft>
              <a:buNone/>
            </a:pPr>
            <a:r>
              <a:rPr lang="en-US" sz="1100" b="0" i="0" dirty="0">
                <a:solidFill>
                  <a:srgbClr val="4A4E57"/>
                </a:solidFill>
                <a:effectLst/>
                <a:latin typeface="Aptos" panose="020B0004020202020204" pitchFamily="34" charset="0"/>
              </a:rPr>
              <a:t>Please review our </a:t>
            </a:r>
            <a:r>
              <a:rPr lang="en-US" sz="1100" b="0" i="0" dirty="0">
                <a:solidFill>
                  <a:srgbClr val="107287"/>
                </a:solidFill>
                <a:effectLst/>
                <a:latin typeface="Aptos" panose="020B0004020202020204" pitchFamily="34" charset="0"/>
                <a:hlinkClick r:id="rId3"/>
              </a:rPr>
              <a:t>privacy policy</a:t>
            </a:r>
            <a:r>
              <a:rPr lang="en-US" sz="1100" b="0" i="0" dirty="0">
                <a:solidFill>
                  <a:srgbClr val="4A4E57"/>
                </a:solidFill>
                <a:effectLst/>
                <a:latin typeface="Aptos" panose="020B0004020202020204" pitchFamily="34" charset="0"/>
              </a:rPr>
              <a:t> for more information on how to unsubscribe, our privacy practices, and how we are committed to protecting and respecting your privacy.</a:t>
            </a:r>
          </a:p>
          <a:p>
            <a:pPr algn="l">
              <a:lnSpc>
                <a:spcPts val="1800"/>
              </a:lnSpc>
              <a:spcAft>
                <a:spcPts val="225"/>
              </a:spcAft>
              <a:buNone/>
            </a:pPr>
            <a:r>
              <a:rPr lang="en-US" sz="1100" b="0" i="0" dirty="0">
                <a:solidFill>
                  <a:srgbClr val="4A4E57"/>
                </a:solidFill>
                <a:effectLst/>
                <a:latin typeface="Aptos" panose="020B0004020202020204" pitchFamily="34" charset="0"/>
              </a:rPr>
              <a:t>By clicking submit below, you consent to allow Hyperchain Solution to store and process the personal information submitted above to provide you with the content or services requested.</a:t>
            </a:r>
          </a:p>
        </p:txBody>
      </p:sp>
      <p:pic>
        <p:nvPicPr>
          <p:cNvPr id="29" name="Picture 28">
            <a:extLst>
              <a:ext uri="{FF2B5EF4-FFF2-40B4-BE49-F238E27FC236}">
                <a16:creationId xmlns:a16="http://schemas.microsoft.com/office/drawing/2014/main" id="{12314686-646B-9AF2-9DC6-B9A10B9FE86B}"/>
              </a:ext>
            </a:extLst>
          </p:cNvPr>
          <p:cNvPicPr>
            <a:picLocks noChangeAspect="1"/>
          </p:cNvPicPr>
          <p:nvPr/>
        </p:nvPicPr>
        <p:blipFill>
          <a:blip r:embed="rId4"/>
          <a:stretch>
            <a:fillRect/>
          </a:stretch>
        </p:blipFill>
        <p:spPr>
          <a:xfrm>
            <a:off x="5161328" y="5429636"/>
            <a:ext cx="1577786" cy="419778"/>
          </a:xfrm>
          <a:prstGeom prst="rect">
            <a:avLst/>
          </a:prstGeom>
        </p:spPr>
      </p:pic>
      <p:sp>
        <p:nvSpPr>
          <p:cNvPr id="30" name="Rectangle: Rounded Corners 29">
            <a:extLst>
              <a:ext uri="{FF2B5EF4-FFF2-40B4-BE49-F238E27FC236}">
                <a16:creationId xmlns:a16="http://schemas.microsoft.com/office/drawing/2014/main" id="{57440960-BB7F-11C2-0CF0-DFBE4211BCC0}"/>
              </a:ext>
            </a:extLst>
          </p:cNvPr>
          <p:cNvSpPr/>
          <p:nvPr/>
        </p:nvSpPr>
        <p:spPr>
          <a:xfrm>
            <a:off x="6979534" y="5429636"/>
            <a:ext cx="1747777" cy="389159"/>
          </a:xfrm>
          <a:prstGeom prst="roundRect">
            <a:avLst/>
          </a:prstGeom>
          <a:solidFill>
            <a:schemeClr val="tx2">
              <a:lumMod val="50000"/>
              <a:lumOff val="50000"/>
            </a:schemeClr>
          </a:solidFill>
          <a:ln w="127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Submit</a:t>
            </a:r>
          </a:p>
        </p:txBody>
      </p:sp>
      <p:sp>
        <p:nvSpPr>
          <p:cNvPr id="31" name="Title 1">
            <a:extLst>
              <a:ext uri="{FF2B5EF4-FFF2-40B4-BE49-F238E27FC236}">
                <a16:creationId xmlns:a16="http://schemas.microsoft.com/office/drawing/2014/main" id="{82821E94-7F33-9CA5-2118-11440E27954A}"/>
              </a:ext>
            </a:extLst>
          </p:cNvPr>
          <p:cNvSpPr txBox="1">
            <a:spLocks/>
          </p:cNvSpPr>
          <p:nvPr/>
        </p:nvSpPr>
        <p:spPr>
          <a:xfrm>
            <a:off x="-6" y="1585722"/>
            <a:ext cx="3408257" cy="671330"/>
          </a:xfrm>
          <a:prstGeom prst="rect">
            <a:avLst/>
          </a:prstGeom>
          <a:solidFill>
            <a:srgbClr val="002060"/>
          </a:solidFill>
        </p:spPr>
        <p:txBody>
          <a:bodyPr anchor="ctr" anchorCtr="0"/>
          <a:lstStyle>
            <a:defPPr>
              <a:defRPr lang="en-US"/>
            </a:defPPr>
            <a:lvl1pPr fontAlgn="auto">
              <a:lnSpc>
                <a:spcPct val="90000"/>
              </a:lnSpc>
              <a:spcBef>
                <a:spcPts val="0"/>
              </a:spcBef>
              <a:spcAft>
                <a:spcPts val="0"/>
              </a:spcAft>
              <a:defRPr b="1">
                <a:solidFill>
                  <a:srgbClr val="00B0F0"/>
                </a:solidFill>
                <a:latin typeface="Aptos" panose="02110004020202020204"/>
                <a:ea typeface="Calibri" panose="020F0502020204030204" pitchFamily="34" charset="0"/>
                <a:cs typeface="Calibri" panose="020F0502020204030204" pitchFamily="34" charset="0"/>
              </a:defRPr>
            </a:lvl1pPr>
            <a:lvl2pPr marL="685800" indent="-228600" defTabSz="914400" eaLnBrk="1" latinLnBrk="0" hangingPunct="1">
              <a:lnSpc>
                <a:spcPct val="90000"/>
              </a:lnSpc>
              <a:spcBef>
                <a:spcPts val="500"/>
              </a:spcBef>
              <a:buFont typeface="Arial" panose="020B0604020202020204" pitchFamily="34" charset="0"/>
              <a:buChar char="•"/>
              <a:defRPr sz="2400">
                <a:latin typeface="Arial" panose="020B0604020202020204" pitchFamily="34" charset="0"/>
                <a:cs typeface="Arial" panose="020B0604020202020204" pitchFamily="34" charset="0"/>
              </a:defRPr>
            </a:lvl2pPr>
            <a:lvl3pPr marL="1143000" indent="-228600" defTabSz="914400" eaLnBrk="1" latinLnBrk="0" hangingPunct="1">
              <a:lnSpc>
                <a:spcPct val="90000"/>
              </a:lnSpc>
              <a:spcBef>
                <a:spcPts val="500"/>
              </a:spcBef>
              <a:buFont typeface="Arial" panose="020B0604020202020204" pitchFamily="34" charset="0"/>
              <a:buChar char="•"/>
              <a:defRPr sz="2000">
                <a:latin typeface="Arial" panose="020B0604020202020204" pitchFamily="34" charset="0"/>
                <a:cs typeface="Arial" panose="020B0604020202020204" pitchFamily="34" charset="0"/>
              </a:defRPr>
            </a:lvl3pPr>
            <a:lvl4pPr marL="1600200" indent="-228600" defTabSz="914400" eaLnBrk="1" latinLnBrk="0" hangingPunct="1">
              <a:lnSpc>
                <a:spcPct val="90000"/>
              </a:lnSpc>
              <a:spcBef>
                <a:spcPts val="500"/>
              </a:spcBef>
              <a:buFont typeface="Arial" panose="020B0604020202020204" pitchFamily="34" charset="0"/>
              <a:buChar char="•"/>
              <a:defRPr sz="1800">
                <a:latin typeface="Arial" panose="020B0604020202020204" pitchFamily="34" charset="0"/>
                <a:cs typeface="Arial" panose="020B0604020202020204" pitchFamily="34" charset="0"/>
              </a:defRPr>
            </a:lvl4pPr>
            <a:lvl5pPr marL="2057400" indent="-228600" defTabSz="914400" eaLnBrk="1" latinLnBrk="0" hangingPunct="1">
              <a:lnSpc>
                <a:spcPct val="90000"/>
              </a:lnSpc>
              <a:spcBef>
                <a:spcPts val="500"/>
              </a:spcBef>
              <a:buFont typeface="Arial" panose="020B0604020202020204" pitchFamily="34" charset="0"/>
              <a:buChar char="•"/>
              <a:defRPr sz="1800">
                <a:latin typeface="Arial" panose="020B0604020202020204" pitchFamily="34" charset="0"/>
                <a:cs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cs typeface="+mn-cs"/>
              </a:defRPr>
            </a:lvl6pPr>
            <a:lvl7pPr marL="2971800" indent="-228600">
              <a:lnSpc>
                <a:spcPct val="90000"/>
              </a:lnSpc>
              <a:spcBef>
                <a:spcPts val="500"/>
              </a:spcBef>
              <a:buFont typeface="Arial" panose="020B0604020202020204" pitchFamily="34" charset="0"/>
              <a:buChar char="•"/>
              <a:defRPr sz="1800">
                <a:latin typeface="+mn-lt"/>
                <a:cs typeface="+mn-cs"/>
              </a:defRPr>
            </a:lvl7pPr>
            <a:lvl8pPr marL="3429000" indent="-228600">
              <a:lnSpc>
                <a:spcPct val="90000"/>
              </a:lnSpc>
              <a:spcBef>
                <a:spcPts val="500"/>
              </a:spcBef>
              <a:buFont typeface="Arial" panose="020B0604020202020204" pitchFamily="34" charset="0"/>
              <a:buChar char="•"/>
              <a:defRPr sz="1800">
                <a:latin typeface="+mn-lt"/>
                <a:cs typeface="+mn-cs"/>
              </a:defRPr>
            </a:lvl8pPr>
            <a:lvl9pPr marL="3886200" indent="-228600">
              <a:lnSpc>
                <a:spcPct val="90000"/>
              </a:lnSpc>
              <a:spcBef>
                <a:spcPts val="500"/>
              </a:spcBef>
              <a:buFont typeface="Arial" panose="020B0604020202020204" pitchFamily="34" charset="0"/>
              <a:buChar char="•"/>
              <a:defRPr sz="1800">
                <a:latin typeface="+mn-lt"/>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US" sz="1200" kern="0" dirty="0">
                <a:solidFill>
                  <a:schemeClr val="bg1">
                    <a:lumMod val="95000"/>
                  </a:schemeClr>
                </a:solidFill>
              </a:rPr>
              <a:t>outreach@hyperchainsolution.com</a:t>
            </a:r>
            <a:endParaRPr kumimoji="0" sz="1200" b="1" i="0" u="none" strike="noStrike" kern="0" cap="none" spc="0" normalizeH="0" baseline="0" noProof="0" dirty="0">
              <a:ln>
                <a:noFill/>
              </a:ln>
              <a:solidFill>
                <a:schemeClr val="bg1">
                  <a:lumMod val="95000"/>
                </a:schemeClr>
              </a:solidFill>
              <a:effectLst/>
              <a:uLnTx/>
              <a:uFillTx/>
              <a:latin typeface="Aptos" panose="02110004020202020204"/>
              <a:ea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813523D0-80C9-6EEC-C1C4-2D7591E86D6E}"/>
              </a:ext>
            </a:extLst>
          </p:cNvPr>
          <p:cNvSpPr/>
          <p:nvPr/>
        </p:nvSpPr>
        <p:spPr>
          <a:xfrm>
            <a:off x="3576573" y="104173"/>
            <a:ext cx="1169048" cy="530072"/>
          </a:xfrm>
          <a:prstGeom prst="rect">
            <a:avLst/>
          </a:prstGeom>
          <a:noFill/>
          <a:ln w="12700" cap="flat" cmpd="sng" algn="ctr">
            <a:noFill/>
            <a:prstDash val="solid"/>
            <a:miter lim="800000"/>
          </a:ln>
          <a:effectLst/>
        </p:spPr>
        <p:txBody>
          <a:bodyPr tIns="274320"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dirty="0">
                <a:ln>
                  <a:noFill/>
                </a:ln>
                <a:effectLst/>
                <a:uLnTx/>
                <a:uFillTx/>
                <a:latin typeface="Aptos" panose="020B0004020202020204" pitchFamily="34" charset="0"/>
                <a:ea typeface="Calibri" panose="020F0502020204030204" pitchFamily="34" charset="0"/>
                <a:cs typeface="Calibri" panose="020F0502020204030204" pitchFamily="34" charset="0"/>
              </a:rPr>
              <a:t>Page 4</a:t>
            </a:r>
          </a:p>
          <a:p>
            <a:pPr marL="0" marR="0" lvl="0" indent="0" algn="l" defTabSz="914400" rtl="0" eaLnBrk="1" fontAlgn="base" latinLnBrk="0" hangingPunct="1">
              <a:lnSpc>
                <a:spcPct val="100000"/>
              </a:lnSpc>
              <a:spcBef>
                <a:spcPct val="0"/>
              </a:spcBef>
              <a:spcAft>
                <a:spcPct val="0"/>
              </a:spcAft>
              <a:buClrTx/>
              <a:buSzTx/>
              <a:buFontTx/>
              <a:buNone/>
              <a:tabLst/>
              <a:defRPr/>
            </a:pPr>
            <a:endParaRPr lang="en-US" sz="1400" b="1" kern="0" dirty="0">
              <a:latin typeface="Aptos" panose="020B000402020202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71156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7C3DC-173F-3748-5880-B31AB0008499}"/>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F9F07792-A556-C87C-8EEC-AAAD3B86231D}"/>
              </a:ext>
            </a:extLst>
          </p:cNvPr>
          <p:cNvSpPr/>
          <p:nvPr/>
        </p:nvSpPr>
        <p:spPr>
          <a:xfrm>
            <a:off x="3408255" y="925569"/>
            <a:ext cx="8783744" cy="592244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E845907D-9300-EBBE-F8C9-298D19561B39}"/>
              </a:ext>
            </a:extLst>
          </p:cNvPr>
          <p:cNvSpPr txBox="1">
            <a:spLocks/>
          </p:cNvSpPr>
          <p:nvPr/>
        </p:nvSpPr>
        <p:spPr>
          <a:xfrm>
            <a:off x="5335930" y="244826"/>
            <a:ext cx="4815068" cy="396267"/>
          </a:xfrm>
          <a:prstGeom prst="rect">
            <a:avLst/>
          </a:prstGeom>
        </p:spPr>
        <p:txBody>
          <a:bodyPr anchor="ctr" anchorCtr="0"/>
          <a:lstStyle>
            <a:defPPr>
              <a:defRPr lang="en-US"/>
            </a:defPPr>
            <a:lvl1pPr fontAlgn="auto">
              <a:lnSpc>
                <a:spcPct val="90000"/>
              </a:lnSpc>
              <a:spcBef>
                <a:spcPts val="0"/>
              </a:spcBef>
              <a:spcAft>
                <a:spcPts val="0"/>
              </a:spcAft>
              <a:defRPr b="1">
                <a:solidFill>
                  <a:srgbClr val="00B0F0"/>
                </a:solidFill>
                <a:latin typeface="Aptos" panose="02110004020202020204"/>
                <a:ea typeface="Calibri" panose="020F0502020204030204" pitchFamily="34" charset="0"/>
                <a:cs typeface="Calibri" panose="020F0502020204030204" pitchFamily="34" charset="0"/>
              </a:defRPr>
            </a:lvl1pPr>
            <a:lvl2pPr marL="685800" indent="-228600" defTabSz="914400" eaLnBrk="1" latinLnBrk="0" hangingPunct="1">
              <a:lnSpc>
                <a:spcPct val="90000"/>
              </a:lnSpc>
              <a:spcBef>
                <a:spcPts val="500"/>
              </a:spcBef>
              <a:buFont typeface="Arial" panose="020B0604020202020204" pitchFamily="34" charset="0"/>
              <a:buChar char="•"/>
              <a:defRPr sz="2400">
                <a:latin typeface="Arial" panose="020B0604020202020204" pitchFamily="34" charset="0"/>
                <a:cs typeface="Arial" panose="020B0604020202020204" pitchFamily="34" charset="0"/>
              </a:defRPr>
            </a:lvl2pPr>
            <a:lvl3pPr marL="1143000" indent="-228600" defTabSz="914400" eaLnBrk="1" latinLnBrk="0" hangingPunct="1">
              <a:lnSpc>
                <a:spcPct val="90000"/>
              </a:lnSpc>
              <a:spcBef>
                <a:spcPts val="500"/>
              </a:spcBef>
              <a:buFont typeface="Arial" panose="020B0604020202020204" pitchFamily="34" charset="0"/>
              <a:buChar char="•"/>
              <a:defRPr sz="2000">
                <a:latin typeface="Arial" panose="020B0604020202020204" pitchFamily="34" charset="0"/>
                <a:cs typeface="Arial" panose="020B0604020202020204" pitchFamily="34" charset="0"/>
              </a:defRPr>
            </a:lvl3pPr>
            <a:lvl4pPr marL="1600200" indent="-228600" defTabSz="914400" eaLnBrk="1" latinLnBrk="0" hangingPunct="1">
              <a:lnSpc>
                <a:spcPct val="90000"/>
              </a:lnSpc>
              <a:spcBef>
                <a:spcPts val="500"/>
              </a:spcBef>
              <a:buFont typeface="Arial" panose="020B0604020202020204" pitchFamily="34" charset="0"/>
              <a:buChar char="•"/>
              <a:defRPr sz="1800">
                <a:latin typeface="Arial" panose="020B0604020202020204" pitchFamily="34" charset="0"/>
                <a:cs typeface="Arial" panose="020B0604020202020204" pitchFamily="34" charset="0"/>
              </a:defRPr>
            </a:lvl4pPr>
            <a:lvl5pPr marL="2057400" indent="-228600" defTabSz="914400" eaLnBrk="1" latinLnBrk="0" hangingPunct="1">
              <a:lnSpc>
                <a:spcPct val="90000"/>
              </a:lnSpc>
              <a:spcBef>
                <a:spcPts val="500"/>
              </a:spcBef>
              <a:buFont typeface="Arial" panose="020B0604020202020204" pitchFamily="34" charset="0"/>
              <a:buChar char="•"/>
              <a:defRPr sz="1800">
                <a:latin typeface="Arial" panose="020B0604020202020204" pitchFamily="34" charset="0"/>
                <a:cs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cs typeface="+mn-cs"/>
              </a:defRPr>
            </a:lvl6pPr>
            <a:lvl7pPr marL="2971800" indent="-228600">
              <a:lnSpc>
                <a:spcPct val="90000"/>
              </a:lnSpc>
              <a:spcBef>
                <a:spcPts val="500"/>
              </a:spcBef>
              <a:buFont typeface="Arial" panose="020B0604020202020204" pitchFamily="34" charset="0"/>
              <a:buChar char="•"/>
              <a:defRPr sz="1800">
                <a:latin typeface="+mn-lt"/>
                <a:cs typeface="+mn-cs"/>
              </a:defRPr>
            </a:lvl7pPr>
            <a:lvl8pPr marL="3429000" indent="-228600">
              <a:lnSpc>
                <a:spcPct val="90000"/>
              </a:lnSpc>
              <a:spcBef>
                <a:spcPts val="500"/>
              </a:spcBef>
              <a:buFont typeface="Arial" panose="020B0604020202020204" pitchFamily="34" charset="0"/>
              <a:buChar char="•"/>
              <a:defRPr sz="1800">
                <a:latin typeface="+mn-lt"/>
                <a:cs typeface="+mn-cs"/>
              </a:defRPr>
            </a:lvl8pPr>
            <a:lvl9pPr marL="3886200" indent="-228600">
              <a:lnSpc>
                <a:spcPct val="90000"/>
              </a:lnSpc>
              <a:spcBef>
                <a:spcPts val="500"/>
              </a:spcBef>
              <a:buFont typeface="Arial" panose="020B0604020202020204" pitchFamily="34" charset="0"/>
              <a:buChar char="•"/>
              <a:defRPr sz="1800">
                <a:latin typeface="+mn-lt"/>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00B0F0"/>
                </a:solidFill>
                <a:effectLst/>
                <a:uLnTx/>
                <a:uFillTx/>
                <a:latin typeface="Aptos" panose="02110004020202020204"/>
                <a:ea typeface="Calibri" panose="020F0502020204030204" pitchFamily="34" charset="0"/>
                <a:cs typeface="Calibri" panose="020F0502020204030204" pitchFamily="34" charset="0"/>
              </a:rPr>
              <a:t>Hyperchain Solution Privacy Policy</a:t>
            </a:r>
            <a:endParaRPr kumimoji="0" sz="1800" b="1" i="0" u="none" strike="noStrike" kern="0" cap="none" spc="0" normalizeH="0" baseline="0" noProof="0" dirty="0">
              <a:ln>
                <a:noFill/>
              </a:ln>
              <a:solidFill>
                <a:srgbClr val="00B0F0"/>
              </a:solidFill>
              <a:effectLst/>
              <a:uLnTx/>
              <a:uFillTx/>
              <a:latin typeface="Aptos" panose="02110004020202020204"/>
              <a:ea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6B066262-E23F-0E6D-CFD6-C6A52552DDF3}"/>
              </a:ext>
            </a:extLst>
          </p:cNvPr>
          <p:cNvSpPr/>
          <p:nvPr/>
        </p:nvSpPr>
        <p:spPr>
          <a:xfrm>
            <a:off x="-4" y="925570"/>
            <a:ext cx="3408256" cy="617394"/>
          </a:xfrm>
          <a:prstGeom prst="rect">
            <a:avLst/>
          </a:prstGeom>
          <a:solidFill>
            <a:srgbClr val="00B0F0"/>
          </a:solidFill>
          <a:ln w="12700" cap="flat" cmpd="sng" algn="ctr">
            <a:noFill/>
            <a:prstDash val="solid"/>
            <a:miter lim="800000"/>
          </a:ln>
          <a:effectLst/>
        </p:spPr>
        <p:txBody>
          <a:bodyPr tIns="274320" rtlCol="0" anchor="ctr"/>
          <a:lstStyle/>
          <a:p>
            <a:pPr fontAlgn="base">
              <a:spcBef>
                <a:spcPct val="0"/>
              </a:spcBef>
              <a:spcAft>
                <a:spcPct val="0"/>
              </a:spcAft>
            </a:pPr>
            <a:r>
              <a:rPr lang="en-US" sz="1400" b="1" kern="0" dirty="0">
                <a:solidFill>
                  <a:schemeClr val="bg1"/>
                </a:solidFill>
                <a:latin typeface="Aptos" panose="020B0004020202020204" pitchFamily="34" charset="0"/>
                <a:ea typeface="Calibri" panose="020F0502020204030204" pitchFamily="34" charset="0"/>
                <a:cs typeface="Calibri" panose="020F0502020204030204" pitchFamily="34" charset="0"/>
              </a:rPr>
              <a:t>Privacy Policy Memo</a:t>
            </a:r>
          </a:p>
        </p:txBody>
      </p:sp>
      <p:pic>
        <p:nvPicPr>
          <p:cNvPr id="13" name="Picture 12">
            <a:extLst>
              <a:ext uri="{FF2B5EF4-FFF2-40B4-BE49-F238E27FC236}">
                <a16:creationId xmlns:a16="http://schemas.microsoft.com/office/drawing/2014/main" id="{E81E572D-646D-DF3D-D8B2-AB6B5ECC034C}"/>
              </a:ext>
            </a:extLst>
          </p:cNvPr>
          <p:cNvPicPr>
            <a:picLocks noChangeAspect="1"/>
          </p:cNvPicPr>
          <p:nvPr/>
        </p:nvPicPr>
        <p:blipFill>
          <a:blip r:embed="rId2"/>
          <a:stretch>
            <a:fillRect/>
          </a:stretch>
        </p:blipFill>
        <p:spPr>
          <a:xfrm>
            <a:off x="0" y="4608138"/>
            <a:ext cx="3408257" cy="2249862"/>
          </a:xfrm>
          <a:prstGeom prst="rect">
            <a:avLst/>
          </a:prstGeom>
        </p:spPr>
      </p:pic>
      <p:sp>
        <p:nvSpPr>
          <p:cNvPr id="9" name="TextBox 8">
            <a:extLst>
              <a:ext uri="{FF2B5EF4-FFF2-40B4-BE49-F238E27FC236}">
                <a16:creationId xmlns:a16="http://schemas.microsoft.com/office/drawing/2014/main" id="{A29CE9FA-744F-18E7-4040-4AF67CF11A04}"/>
              </a:ext>
            </a:extLst>
          </p:cNvPr>
          <p:cNvSpPr txBox="1"/>
          <p:nvPr/>
        </p:nvSpPr>
        <p:spPr>
          <a:xfrm>
            <a:off x="3491209" y="899785"/>
            <a:ext cx="8671811" cy="2977734"/>
          </a:xfrm>
          <a:prstGeom prst="rect">
            <a:avLst/>
          </a:prstGeom>
          <a:solidFill>
            <a:schemeClr val="accent4">
              <a:lumMod val="20000"/>
              <a:lumOff val="80000"/>
            </a:schemeClr>
          </a:solidFill>
        </p:spPr>
        <p:txBody>
          <a:bodyPr wrap="square" tIns="45720">
            <a:noAutofit/>
          </a:bodyPr>
          <a:lstStyle/>
          <a:p>
            <a:pPr algn="l">
              <a:spcAft>
                <a:spcPts val="1500"/>
              </a:spcAft>
              <a:buNone/>
            </a:pPr>
            <a:r>
              <a:rPr lang="en-US" sz="1000" b="1" i="0" dirty="0">
                <a:solidFill>
                  <a:srgbClr val="4A4E57"/>
                </a:solidFill>
                <a:effectLst/>
                <a:latin typeface="Open Sans" panose="020B0606030504020204" pitchFamily="34" charset="0"/>
              </a:rPr>
              <a:t>Effective Date</a:t>
            </a:r>
            <a:r>
              <a:rPr lang="en-US" sz="1000" b="0" i="0" dirty="0">
                <a:solidFill>
                  <a:srgbClr val="4A4E57"/>
                </a:solidFill>
                <a:effectLst/>
                <a:latin typeface="Open Sans" panose="020B0606030504020204" pitchFamily="34" charset="0"/>
              </a:rPr>
              <a:t>: February 1, 2026</a:t>
            </a:r>
            <a:br>
              <a:rPr lang="en-US" sz="1000" b="0" i="0" dirty="0">
                <a:solidFill>
                  <a:srgbClr val="4A4E57"/>
                </a:solidFill>
                <a:effectLst/>
                <a:latin typeface="Open Sans" panose="020B0606030504020204" pitchFamily="34" charset="0"/>
              </a:rPr>
            </a:br>
            <a:br>
              <a:rPr lang="en-US" sz="1000" b="1" i="0" dirty="0">
                <a:solidFill>
                  <a:srgbClr val="4A4E57"/>
                </a:solidFill>
                <a:effectLst/>
                <a:latin typeface="Open Sans" panose="020B0606030504020204" pitchFamily="34" charset="0"/>
              </a:rPr>
            </a:br>
            <a:r>
              <a:rPr lang="en-US" sz="1000" b="1" i="0" dirty="0">
                <a:solidFill>
                  <a:srgbClr val="4A4E57"/>
                </a:solidFill>
                <a:effectLst/>
                <a:latin typeface="Open Sans" panose="020B0606030504020204" pitchFamily="34" charset="0"/>
              </a:rPr>
              <a:t>Last Updated</a:t>
            </a:r>
            <a:r>
              <a:rPr lang="en-US" sz="1000" b="0" i="0" dirty="0">
                <a:solidFill>
                  <a:srgbClr val="4A4E57"/>
                </a:solidFill>
                <a:effectLst/>
                <a:latin typeface="Open Sans" panose="020B0606030504020204" pitchFamily="34" charset="0"/>
              </a:rPr>
              <a:t>: February 3, 2026</a:t>
            </a:r>
          </a:p>
          <a:p>
            <a:pPr algn="l">
              <a:spcBef>
                <a:spcPts val="750"/>
              </a:spcBef>
              <a:spcAft>
                <a:spcPts val="1125"/>
              </a:spcAft>
              <a:buNone/>
            </a:pPr>
            <a:r>
              <a:rPr lang="en-US" sz="900" b="0" i="0" dirty="0">
                <a:solidFill>
                  <a:srgbClr val="70901B"/>
                </a:solidFill>
                <a:effectLst/>
                <a:latin typeface="Lato" panose="020F0502020204030203" pitchFamily="34" charset="0"/>
              </a:rPr>
              <a:t>Overall Privacy Policy</a:t>
            </a:r>
          </a:p>
          <a:p>
            <a:pPr algn="l">
              <a:spcAft>
                <a:spcPts val="1500"/>
              </a:spcAft>
              <a:buNone/>
            </a:pPr>
            <a:r>
              <a:rPr lang="en-US" sz="900" b="0" i="0" dirty="0">
                <a:solidFill>
                  <a:srgbClr val="4A4E57"/>
                </a:solidFill>
                <a:effectLst/>
                <a:latin typeface="Open Sans" panose="020B0606030504020204" pitchFamily="34" charset="0"/>
              </a:rPr>
              <a:t>Hyperchain Solution (“Hyperchain, HCS” “we,” “our,” or “us”) is committed to protecting your privacy and ensuring the security of your personal information. This Privacy Policy explains how we collect, use, disclose, and protect your information across our websites, consulting engagements, digital platforms, and other interactions.</a:t>
            </a:r>
          </a:p>
          <a:p>
            <a:pPr algn="l">
              <a:spcAft>
                <a:spcPts val="1500"/>
              </a:spcAft>
              <a:buNone/>
            </a:pPr>
            <a:r>
              <a:rPr lang="en-US" sz="900" b="0" i="0" dirty="0">
                <a:solidFill>
                  <a:srgbClr val="4A4E57"/>
                </a:solidFill>
                <a:effectLst/>
                <a:latin typeface="Open Sans" panose="020B0606030504020204" pitchFamily="34" charset="0"/>
              </a:rPr>
              <a:t>Privacy is of great concern to Hyperchain Solution. We extend to our website, blog, and social media visitors the same level of privacy that we demand from other websites.</a:t>
            </a:r>
          </a:p>
          <a:p>
            <a:pPr algn="l">
              <a:spcAft>
                <a:spcPts val="1500"/>
              </a:spcAft>
              <a:buNone/>
            </a:pPr>
            <a:r>
              <a:rPr lang="en-US" sz="900" b="1" i="0" dirty="0">
                <a:solidFill>
                  <a:srgbClr val="4A4E57"/>
                </a:solidFill>
                <a:effectLst/>
                <a:latin typeface="Open Sans" panose="020B0606030504020204" pitchFamily="34" charset="0"/>
              </a:rPr>
              <a:t>We will not sell, trade, exchange, or otherwise make available any personally identifiable information to any other company or organization not directly affiliated with Hyperchain Solution.</a:t>
            </a:r>
            <a:endParaRPr lang="en-US" sz="900" b="0" i="0" dirty="0">
              <a:solidFill>
                <a:srgbClr val="4A4E57"/>
              </a:solidFill>
              <a:effectLst/>
              <a:latin typeface="Open Sans" panose="020B0606030504020204" pitchFamily="34" charset="0"/>
            </a:endParaRPr>
          </a:p>
          <a:p>
            <a:pPr algn="l">
              <a:spcAft>
                <a:spcPts val="1500"/>
              </a:spcAft>
              <a:buNone/>
            </a:pPr>
            <a:r>
              <a:rPr lang="en-US" sz="900" b="0" i="0" dirty="0">
                <a:solidFill>
                  <a:srgbClr val="4A4E57"/>
                </a:solidFill>
                <a:effectLst/>
                <a:latin typeface="Open Sans" panose="020B0606030504020204" pitchFamily="34" charset="0"/>
              </a:rPr>
              <a:t>By using or interacting with our website, you signify your consent to our Privacy Policy and the collection, transfer, storage, disclosure, and use of your information described. If you do not agree to the terms of our Privacy Policy, then you may choose not to use Hyperchain Solution’s digital channels</a:t>
            </a:r>
          </a:p>
        </p:txBody>
      </p:sp>
      <p:sp>
        <p:nvSpPr>
          <p:cNvPr id="10" name="TextBox 9">
            <a:extLst>
              <a:ext uri="{FF2B5EF4-FFF2-40B4-BE49-F238E27FC236}">
                <a16:creationId xmlns:a16="http://schemas.microsoft.com/office/drawing/2014/main" id="{9F123905-9255-66C1-53D4-ABAF850165FD}"/>
              </a:ext>
            </a:extLst>
          </p:cNvPr>
          <p:cNvSpPr txBox="1"/>
          <p:nvPr/>
        </p:nvSpPr>
        <p:spPr>
          <a:xfrm>
            <a:off x="3491209" y="3909496"/>
            <a:ext cx="4321702" cy="1571522"/>
          </a:xfrm>
          <a:prstGeom prst="rect">
            <a:avLst/>
          </a:prstGeom>
          <a:solidFill>
            <a:schemeClr val="accent5">
              <a:lumMod val="20000"/>
              <a:lumOff val="80000"/>
            </a:schemeClr>
          </a:solidFill>
        </p:spPr>
        <p:txBody>
          <a:bodyPr wrap="square" tIns="45720">
            <a:noAutofit/>
          </a:bodyPr>
          <a:lstStyle/>
          <a:p>
            <a:pPr algn="ctr">
              <a:spcBef>
                <a:spcPts val="750"/>
              </a:spcBef>
              <a:spcAft>
                <a:spcPts val="1125"/>
              </a:spcAft>
              <a:buNone/>
            </a:pPr>
            <a:r>
              <a:rPr lang="en-US" sz="1000" b="1" i="0" dirty="0">
                <a:solidFill>
                  <a:srgbClr val="212934"/>
                </a:solidFill>
                <a:effectLst/>
                <a:latin typeface="Lato" panose="020F0502020204030203" pitchFamily="34" charset="0"/>
              </a:rPr>
              <a:t>GDPR</a:t>
            </a:r>
          </a:p>
          <a:p>
            <a:pPr algn="ctr">
              <a:spcAft>
                <a:spcPts val="1500"/>
              </a:spcAft>
              <a:buNone/>
            </a:pPr>
            <a:r>
              <a:rPr lang="en-US" sz="900" b="0" i="0" dirty="0">
                <a:solidFill>
                  <a:srgbClr val="4A4E57"/>
                </a:solidFill>
                <a:effectLst/>
                <a:latin typeface="Aptos" panose="020B0004020202020204" pitchFamily="34" charset="0"/>
              </a:rPr>
              <a:t>GDPR requires organizations to maintain documentation about their privacy practices and decisions regarding the handling of individuals’ personal data.</a:t>
            </a:r>
          </a:p>
          <a:p>
            <a:pPr algn="ctr">
              <a:spcAft>
                <a:spcPts val="1500"/>
              </a:spcAft>
              <a:buNone/>
            </a:pPr>
            <a:r>
              <a:rPr lang="en-US" sz="900" b="1" i="1" dirty="0">
                <a:solidFill>
                  <a:srgbClr val="4A4E57"/>
                </a:solidFill>
                <a:effectLst/>
                <a:latin typeface="Aptos" panose="020B0004020202020204" pitchFamily="34" charset="0"/>
              </a:rPr>
              <a:t>Hyperchain Solution shares the GDPR’s commitment to these principles and has outlined our data collection and processing activities, as well as the various policies and guidelines we follow according to the GDPR.</a:t>
            </a:r>
            <a:endParaRPr lang="en-US" sz="900" b="0" i="0" dirty="0">
              <a:solidFill>
                <a:srgbClr val="4A4E57"/>
              </a:solidFill>
              <a:effectLst/>
              <a:latin typeface="Aptos" panose="020B0004020202020204" pitchFamily="34" charset="0"/>
            </a:endParaRPr>
          </a:p>
        </p:txBody>
      </p:sp>
      <p:sp>
        <p:nvSpPr>
          <p:cNvPr id="35" name="Rectangle 34">
            <a:extLst>
              <a:ext uri="{FF2B5EF4-FFF2-40B4-BE49-F238E27FC236}">
                <a16:creationId xmlns:a16="http://schemas.microsoft.com/office/drawing/2014/main" id="{3DD7D638-4137-4BD6-5A66-AC62F8877530}"/>
              </a:ext>
            </a:extLst>
          </p:cNvPr>
          <p:cNvSpPr/>
          <p:nvPr/>
        </p:nvSpPr>
        <p:spPr>
          <a:xfrm>
            <a:off x="0" y="0"/>
            <a:ext cx="3408257" cy="671331"/>
          </a:xfrm>
          <a:prstGeom prst="rect">
            <a:avLst/>
          </a:prstGeom>
          <a:solidFill>
            <a:schemeClr val="bg2">
              <a:lumMod val="10000"/>
            </a:schemeClr>
          </a:solidFill>
          <a:ln w="12700" cap="flat" cmpd="sng" algn="ctr">
            <a:noFill/>
            <a:prstDash val="solid"/>
            <a:miter lim="800000"/>
          </a:ln>
          <a:effectLst/>
        </p:spPr>
        <p:txBody>
          <a:bodyPr tIns="27432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chemeClr val="tx2">
                    <a:lumMod val="25000"/>
                    <a:lumOff val="75000"/>
                  </a:schemeClr>
                </a:solidFill>
                <a:effectLst/>
                <a:uLnTx/>
                <a:uFillTx/>
                <a:latin typeface="Aptos" panose="020B0004020202020204" pitchFamily="34" charset="0"/>
                <a:ea typeface="Calibri" panose="020F0502020204030204" pitchFamily="34" charset="0"/>
                <a:cs typeface="Calibri" panose="020F0502020204030204" pitchFamily="34" charset="0"/>
              </a:rPr>
              <a:t>Hyperchain Solution</a:t>
            </a:r>
          </a:p>
          <a:p>
            <a:pPr marL="0" marR="0" lvl="0" indent="0" algn="ctr" defTabSz="914400" rtl="0" eaLnBrk="1" fontAlgn="base" latinLnBrk="0" hangingPunct="1">
              <a:lnSpc>
                <a:spcPct val="100000"/>
              </a:lnSpc>
              <a:spcBef>
                <a:spcPct val="0"/>
              </a:spcBef>
              <a:spcAft>
                <a:spcPct val="0"/>
              </a:spcAft>
              <a:buClrTx/>
              <a:buSzTx/>
              <a:buFontTx/>
              <a:buNone/>
              <a:tabLst/>
              <a:defRPr/>
            </a:pPr>
            <a:endParaRPr lang="en-US" sz="1600" b="1" kern="0" dirty="0">
              <a:solidFill>
                <a:schemeClr val="tx2">
                  <a:lumMod val="25000"/>
                  <a:lumOff val="75000"/>
                </a:schemeClr>
              </a:solidFill>
              <a:latin typeface="Aptos" panose="020B000402020202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D542C80B-22C8-E57F-8C55-00E64E62BF30}"/>
              </a:ext>
            </a:extLst>
          </p:cNvPr>
          <p:cNvSpPr txBox="1"/>
          <p:nvPr/>
        </p:nvSpPr>
        <p:spPr>
          <a:xfrm>
            <a:off x="7841318" y="3903304"/>
            <a:ext cx="4321702" cy="1571522"/>
          </a:xfrm>
          <a:prstGeom prst="rect">
            <a:avLst/>
          </a:prstGeom>
          <a:solidFill>
            <a:schemeClr val="accent5">
              <a:lumMod val="20000"/>
              <a:lumOff val="80000"/>
            </a:schemeClr>
          </a:solidFill>
        </p:spPr>
        <p:txBody>
          <a:bodyPr wrap="square" tIns="45720">
            <a:noAutofit/>
          </a:bodyPr>
          <a:lstStyle/>
          <a:p>
            <a:pPr algn="ctr">
              <a:spcBef>
                <a:spcPts val="750"/>
              </a:spcBef>
              <a:spcAft>
                <a:spcPts val="1125"/>
              </a:spcAft>
              <a:buNone/>
            </a:pPr>
            <a:r>
              <a:rPr lang="en-US" sz="1000" b="1" i="0" dirty="0">
                <a:solidFill>
                  <a:srgbClr val="212934"/>
                </a:solidFill>
                <a:effectLst/>
                <a:latin typeface="Lato" panose="020F0502020204030203" pitchFamily="34" charset="0"/>
              </a:rPr>
              <a:t>CCPA</a:t>
            </a:r>
          </a:p>
          <a:p>
            <a:pPr algn="ctr">
              <a:spcAft>
                <a:spcPts val="1500"/>
              </a:spcAft>
              <a:buNone/>
            </a:pPr>
            <a:r>
              <a:rPr lang="en-US" sz="900" b="0" i="0" dirty="0">
                <a:solidFill>
                  <a:srgbClr val="4A4E57"/>
                </a:solidFill>
                <a:effectLst/>
                <a:latin typeface="Open Sans" panose="020B0606030504020204" pitchFamily="34" charset="0"/>
              </a:rPr>
              <a:t>The California Consumer Protection Act requires that businesses subject to the statute grant consumers the ability to request access to and deletion of their data and the ability to opt out of ‘sales’ of their personal information. The law also restricts how service providers who process personal information on behalf of a business may use that information.</a:t>
            </a:r>
          </a:p>
          <a:p>
            <a:pPr algn="ctr">
              <a:spcAft>
                <a:spcPts val="1500"/>
              </a:spcAft>
              <a:buNone/>
            </a:pPr>
            <a:r>
              <a:rPr lang="en-US" sz="900" b="1" i="1" dirty="0">
                <a:solidFill>
                  <a:srgbClr val="4A4E57"/>
                </a:solidFill>
                <a:effectLst/>
                <a:latin typeface="Open Sans" panose="020B0606030504020204" pitchFamily="34" charset="0"/>
              </a:rPr>
              <a:t>Hyperchain Solution does not sell or externally share customers’ or users’ personal information.</a:t>
            </a:r>
            <a:endParaRPr lang="en-US" sz="900" b="0" i="0" dirty="0">
              <a:solidFill>
                <a:srgbClr val="4A4E57"/>
              </a:solidFill>
              <a:effectLst/>
              <a:latin typeface="Open Sans" panose="020B0606030504020204" pitchFamily="34" charset="0"/>
            </a:endParaRPr>
          </a:p>
        </p:txBody>
      </p:sp>
      <p:sp>
        <p:nvSpPr>
          <p:cNvPr id="5" name="TextBox 4">
            <a:extLst>
              <a:ext uri="{FF2B5EF4-FFF2-40B4-BE49-F238E27FC236}">
                <a16:creationId xmlns:a16="http://schemas.microsoft.com/office/drawing/2014/main" id="{1CBB84B3-0662-8651-93E4-A5D174FB5442}"/>
              </a:ext>
            </a:extLst>
          </p:cNvPr>
          <p:cNvSpPr txBox="1"/>
          <p:nvPr/>
        </p:nvSpPr>
        <p:spPr>
          <a:xfrm>
            <a:off x="3491209" y="5512994"/>
            <a:ext cx="8671811" cy="1345005"/>
          </a:xfrm>
          <a:prstGeom prst="rect">
            <a:avLst/>
          </a:prstGeom>
          <a:solidFill>
            <a:schemeClr val="accent5">
              <a:lumMod val="20000"/>
              <a:lumOff val="80000"/>
            </a:schemeClr>
          </a:solidFill>
        </p:spPr>
        <p:txBody>
          <a:bodyPr wrap="square" tIns="45720">
            <a:noAutofit/>
          </a:bodyPr>
          <a:lstStyle/>
          <a:p>
            <a:pPr>
              <a:spcBef>
                <a:spcPts val="750"/>
              </a:spcBef>
              <a:spcAft>
                <a:spcPts val="1125"/>
              </a:spcAft>
              <a:buNone/>
            </a:pPr>
            <a:r>
              <a:rPr lang="en-US" sz="1000" b="1" i="0" dirty="0">
                <a:solidFill>
                  <a:srgbClr val="212934"/>
                </a:solidFill>
                <a:effectLst/>
                <a:latin typeface="Lato" panose="020F0502020204030203" pitchFamily="34" charset="0"/>
              </a:rPr>
              <a:t>Hyperchain Solution</a:t>
            </a:r>
            <a:r>
              <a:rPr lang="en-US" sz="1000" b="0" i="0" dirty="0">
                <a:solidFill>
                  <a:srgbClr val="4A4E57"/>
                </a:solidFill>
                <a:effectLst/>
                <a:latin typeface="Open Sans" panose="020B0606030504020204" pitchFamily="34" charset="0"/>
              </a:rPr>
              <a:t> may allow visitors to sign up to receive e-mail newsletters, announcements, and gated content. </a:t>
            </a:r>
            <a:r>
              <a:rPr lang="en-US" sz="1000" b="1" i="0" dirty="0">
                <a:solidFill>
                  <a:srgbClr val="4A4E57"/>
                </a:solidFill>
                <a:effectLst/>
                <a:latin typeface="Open Sans" panose="020B0606030504020204" pitchFamily="34" charset="0"/>
              </a:rPr>
              <a:t>We will never sell your e-mail address or other personal information</a:t>
            </a:r>
            <a:r>
              <a:rPr lang="en-US" sz="1000" b="0" i="0" dirty="0">
                <a:solidFill>
                  <a:srgbClr val="4A4E57"/>
                </a:solidFill>
                <a:effectLst/>
                <a:latin typeface="Open Sans" panose="020B0606030504020204" pitchFamily="34" charset="0"/>
              </a:rPr>
              <a:t>. We will not share your information with anyone not directly affiliated with Hyperchain Solution.</a:t>
            </a:r>
          </a:p>
          <a:p>
            <a:pPr>
              <a:spcAft>
                <a:spcPts val="1500"/>
              </a:spcAft>
              <a:buNone/>
            </a:pPr>
            <a:r>
              <a:rPr lang="en-US" sz="1000" b="0" i="0" dirty="0">
                <a:solidFill>
                  <a:srgbClr val="4A4E57"/>
                </a:solidFill>
                <a:effectLst/>
                <a:latin typeface="Open Sans" panose="020B0606030504020204" pitchFamily="34" charset="0"/>
              </a:rPr>
              <a:t>Hyperchain Solution may collect information about you through various means, including when you provide information to us and when we automatically collect information about you when you access, use, or interact with our website. Inquiry forms, such as information requests, webinar or event registrations, downloads, or site registration, collect information that is securely stored and that will only be used to direct you to the resources you seek. This may include a follow-up by one of our associates to answer questions you may have. </a:t>
            </a:r>
            <a:r>
              <a:rPr lang="en-US" sz="1000" b="1" i="0" dirty="0">
                <a:solidFill>
                  <a:srgbClr val="4A4E57"/>
                </a:solidFill>
                <a:effectLst/>
                <a:latin typeface="Open Sans" panose="020B0606030504020204" pitchFamily="34" charset="0"/>
              </a:rPr>
              <a:t>Hyperchain Solution does not share or sell personal data externally.</a:t>
            </a:r>
            <a:endParaRPr lang="en-US" sz="1000" b="0" i="0" dirty="0">
              <a:solidFill>
                <a:srgbClr val="4A4E57"/>
              </a:solidFill>
              <a:effectLst/>
              <a:latin typeface="Open Sans" panose="020B0606030504020204" pitchFamily="34" charset="0"/>
            </a:endParaRPr>
          </a:p>
          <a:p>
            <a:pPr>
              <a:spcBef>
                <a:spcPts val="750"/>
              </a:spcBef>
              <a:spcAft>
                <a:spcPts val="1125"/>
              </a:spcAft>
              <a:buNone/>
            </a:pPr>
            <a:endParaRPr lang="en-US" sz="1000" b="1" i="0" dirty="0">
              <a:solidFill>
                <a:srgbClr val="212934"/>
              </a:solidFill>
              <a:effectLst/>
              <a:latin typeface="Lato" panose="020F0502020204030203" pitchFamily="34" charset="0"/>
            </a:endParaRPr>
          </a:p>
        </p:txBody>
      </p:sp>
      <p:sp>
        <p:nvSpPr>
          <p:cNvPr id="11" name="Rectangle 10">
            <a:extLst>
              <a:ext uri="{FF2B5EF4-FFF2-40B4-BE49-F238E27FC236}">
                <a16:creationId xmlns:a16="http://schemas.microsoft.com/office/drawing/2014/main" id="{D135714D-F370-1421-497F-6A496DF2465A}"/>
              </a:ext>
            </a:extLst>
          </p:cNvPr>
          <p:cNvSpPr/>
          <p:nvPr/>
        </p:nvSpPr>
        <p:spPr>
          <a:xfrm>
            <a:off x="3576573" y="104173"/>
            <a:ext cx="1169048" cy="530072"/>
          </a:xfrm>
          <a:prstGeom prst="rect">
            <a:avLst/>
          </a:prstGeom>
          <a:noFill/>
          <a:ln w="12700" cap="flat" cmpd="sng" algn="ctr">
            <a:noFill/>
            <a:prstDash val="solid"/>
            <a:miter lim="800000"/>
          </a:ln>
          <a:effectLst/>
        </p:spPr>
        <p:txBody>
          <a:bodyPr tIns="274320"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dirty="0">
                <a:ln>
                  <a:noFill/>
                </a:ln>
                <a:effectLst/>
                <a:uLnTx/>
                <a:uFillTx/>
                <a:latin typeface="Aptos" panose="020B0004020202020204" pitchFamily="34" charset="0"/>
                <a:ea typeface="Calibri" panose="020F0502020204030204" pitchFamily="34" charset="0"/>
                <a:cs typeface="Calibri" panose="020F0502020204030204" pitchFamily="34" charset="0"/>
              </a:rPr>
              <a:t>Page 4</a:t>
            </a:r>
            <a:r>
              <a:rPr lang="en-US" sz="1400" b="1" kern="0" dirty="0">
                <a:latin typeface="Aptos" panose="020B0004020202020204" pitchFamily="34" charset="0"/>
                <a:ea typeface="Calibri" panose="020F0502020204030204" pitchFamily="34" charset="0"/>
                <a:cs typeface="Calibri" panose="020F0502020204030204" pitchFamily="34" charset="0"/>
              </a:rPr>
              <a:t>a</a:t>
            </a:r>
            <a:r>
              <a:rPr kumimoji="0" lang="en-US" sz="1400" b="1" i="0" u="none" strike="noStrike" kern="0" cap="none" spc="0" normalizeH="0" baseline="0" noProof="0" dirty="0">
                <a:ln>
                  <a:noFill/>
                </a:ln>
                <a:effectLst/>
                <a:uLnTx/>
                <a:uFillTx/>
                <a:latin typeface="Aptos" panose="020B0004020202020204" pitchFamily="34" charset="0"/>
                <a:ea typeface="Calibri" panose="020F0502020204030204" pitchFamily="34" charset="0"/>
                <a:cs typeface="Calibri" panose="020F0502020204030204" pitchFamily="34" charset="0"/>
              </a:rPr>
              <a:t> </a:t>
            </a:r>
            <a:r>
              <a:rPr kumimoji="0" lang="en-US" sz="1000" b="1" i="0" u="none" strike="noStrike" kern="0" cap="none" spc="0" normalizeH="0" baseline="0" noProof="0" dirty="0">
                <a:ln>
                  <a:noFill/>
                </a:ln>
                <a:effectLst/>
                <a:uLnTx/>
                <a:uFillTx/>
                <a:latin typeface="Aptos" panose="020B0004020202020204" pitchFamily="34" charset="0"/>
                <a:ea typeface="Calibri" panose="020F0502020204030204" pitchFamily="34" charset="0"/>
                <a:cs typeface="Calibri" panose="020F0502020204030204" pitchFamily="34" charset="0"/>
              </a:rPr>
              <a:t>(hyperlinked)</a:t>
            </a:r>
            <a:endParaRPr kumimoji="0" lang="en-US" sz="1400" b="1" i="0" u="none" strike="noStrike" kern="0" cap="none" spc="0" normalizeH="0" baseline="0" noProof="0" dirty="0">
              <a:ln>
                <a:noFill/>
              </a:ln>
              <a:effectLst/>
              <a:uLnTx/>
              <a:uFillTx/>
              <a:latin typeface="Aptos" panose="020B0004020202020204" pitchFamily="34" charset="0"/>
              <a:ea typeface="Calibri" panose="020F0502020204030204" pitchFamily="34" charset="0"/>
              <a:cs typeface="Calibri" panose="020F050202020403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lang="en-US" sz="1400" b="1" kern="0" dirty="0">
              <a:latin typeface="Aptos" panose="020B000402020202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042355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4301</TotalTime>
  <Words>1764</Words>
  <Application>Microsoft Office PowerPoint</Application>
  <PresentationFormat>Widescreen</PresentationFormat>
  <Paragraphs>246</Paragraphs>
  <Slides>10</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Aptos Display</vt:lpstr>
      <vt:lpstr>Arial</vt:lpstr>
      <vt:lpstr>Lato</vt:lpstr>
      <vt:lpstr>Open Sans</vt:lpstr>
      <vt:lpstr>Office Theme</vt:lpstr>
      <vt:lpstr>Hyperchain Solution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Sree S</dc:creator>
  <cp:lastModifiedBy>Sree S</cp:lastModifiedBy>
  <cp:revision>2</cp:revision>
  <dcterms:created xsi:type="dcterms:W3CDTF">2026-02-08T02:00:36Z</dcterms:created>
  <dcterms:modified xsi:type="dcterms:W3CDTF">2026-03-02T04:33:29Z</dcterms:modified>
</cp:coreProperties>
</file>